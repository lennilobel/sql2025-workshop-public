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5" r:id="rId4"/>
    <p:sldMasterId id="2147483873" r:id="rId5"/>
    <p:sldMasterId id="2147483952" r:id="rId6"/>
  </p:sldMasterIdLst>
  <p:notesMasterIdLst>
    <p:notesMasterId r:id="rId30"/>
  </p:notesMasterIdLst>
  <p:handoutMasterIdLst>
    <p:handoutMasterId r:id="rId31"/>
  </p:handoutMasterIdLst>
  <p:sldIdLst>
    <p:sldId id="1378" r:id="rId7"/>
    <p:sldId id="1368" r:id="rId8"/>
    <p:sldId id="1369" r:id="rId9"/>
    <p:sldId id="1379" r:id="rId10"/>
    <p:sldId id="1370" r:id="rId11"/>
    <p:sldId id="1371" r:id="rId12"/>
    <p:sldId id="1372" r:id="rId13"/>
    <p:sldId id="1373" r:id="rId14"/>
    <p:sldId id="1374" r:id="rId15"/>
    <p:sldId id="1375" r:id="rId16"/>
    <p:sldId id="1376" r:id="rId17"/>
    <p:sldId id="1386" r:id="rId18"/>
    <p:sldId id="1377" r:id="rId19"/>
    <p:sldId id="1392" r:id="rId20"/>
    <p:sldId id="1380" r:id="rId21"/>
    <p:sldId id="1381" r:id="rId22"/>
    <p:sldId id="1382" r:id="rId23"/>
    <p:sldId id="1391" r:id="rId24"/>
    <p:sldId id="1383" r:id="rId25"/>
    <p:sldId id="1384" r:id="rId26"/>
    <p:sldId id="1385" r:id="rId27"/>
    <p:sldId id="1388" r:id="rId28"/>
    <p:sldId id="1394" r:id="rId29"/>
  </p:sldIdLst>
  <p:sldSz cx="9144000" cy="5143500" type="screen16x9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QUIRED SLIDES" id="{D4B04A26-677D-4F42-935A-AFC5E88D43B3}">
          <p14:sldIdLst>
            <p14:sldId id="1378"/>
            <p14:sldId id="1368"/>
            <p14:sldId id="1369"/>
            <p14:sldId id="1379"/>
            <p14:sldId id="1370"/>
            <p14:sldId id="1371"/>
            <p14:sldId id="1372"/>
            <p14:sldId id="1373"/>
            <p14:sldId id="1374"/>
            <p14:sldId id="1375"/>
            <p14:sldId id="1376"/>
            <p14:sldId id="1386"/>
            <p14:sldId id="1377"/>
            <p14:sldId id="1392"/>
            <p14:sldId id="1380"/>
            <p14:sldId id="1381"/>
            <p14:sldId id="1382"/>
            <p14:sldId id="1391"/>
            <p14:sldId id="1383"/>
            <p14:sldId id="1384"/>
            <p14:sldId id="1385"/>
            <p14:sldId id="1388"/>
            <p14:sldId id="1394"/>
          </p14:sldIdLst>
        </p14:section>
        <p14:section name="REFERENCE SLIDES" id="{1BF493E7-959B-4098-9BC3-C5CDEA4CA9C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den Ford" initials="BF" lastIdx="7" clrIdx="0"/>
  <p:cmAuthor id="2" name="Jessica Lodien" initials="JL" lastIdx="16" clrIdx="1">
    <p:extLst>
      <p:ext uri="{19B8F6BF-5375-455C-9EA6-DF929625EA0E}">
        <p15:presenceInfo xmlns:p15="http://schemas.microsoft.com/office/powerpoint/2012/main" userId="S::jessica@queldesign.com::455b67a3-ee6b-4a1d-81db-5983c896bc84" providerId="AD"/>
      </p:ext>
    </p:extLst>
  </p:cmAuthor>
  <p:cmAuthor id="3" name="Monica Gualdieri" initials="MG" lastIdx="3" clrIdx="2">
    <p:extLst>
      <p:ext uri="{19B8F6BF-5375-455C-9EA6-DF929625EA0E}">
        <p15:presenceInfo xmlns:p15="http://schemas.microsoft.com/office/powerpoint/2012/main" userId="S::monica.gualdieri@pass.org::16032a12-b6e7-440a-b1ad-611c4e3b87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93E"/>
    <a:srgbClr val="000000"/>
    <a:srgbClr val="4F81BD"/>
    <a:srgbClr val="6658A6"/>
    <a:srgbClr val="33C0CD"/>
    <a:srgbClr val="289E52"/>
    <a:srgbClr val="B8232F"/>
    <a:srgbClr val="00777B"/>
    <a:srgbClr val="00BCC9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506" autoAdjust="0"/>
    <p:restoredTop sz="94701" autoAdjust="0"/>
  </p:normalViewPr>
  <p:slideViewPr>
    <p:cSldViewPr snapToGrid="0">
      <p:cViewPr varScale="1">
        <p:scale>
          <a:sx n="135" d="100"/>
          <a:sy n="135" d="100"/>
        </p:scale>
        <p:origin x="522" y="3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8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24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i Lobel" userId="38f762f444469328" providerId="LiveId" clId="{48DC6EB1-7205-479F-AF5D-8BCE66A23E84}"/>
    <pc:docChg chg="undo redo custSel addSld delSld modSld sldOrd modSection">
      <pc:chgData name="Lenni Lobel" userId="38f762f444469328" providerId="LiveId" clId="{48DC6EB1-7205-479F-AF5D-8BCE66A23E84}" dt="2023-02-13T14:18:02.640" v="179" actId="47"/>
      <pc:docMkLst>
        <pc:docMk/>
      </pc:docMkLst>
      <pc:sldChg chg="addSp modSp add mod">
        <pc:chgData name="Lenni Lobel" userId="38f762f444469328" providerId="LiveId" clId="{48DC6EB1-7205-479F-AF5D-8BCE66A23E84}" dt="2023-02-13T13:59:02.122" v="164" actId="20577"/>
        <pc:sldMkLst>
          <pc:docMk/>
          <pc:sldMk cId="405188728" sldId="258"/>
        </pc:sldMkLst>
      </pc:sldChg>
      <pc:sldChg chg="modSp">
        <pc:chgData name="Lenni Lobel" userId="38f762f444469328" providerId="LiveId" clId="{48DC6EB1-7205-479F-AF5D-8BCE66A23E84}" dt="2023-02-13T13:59:17.538" v="172" actId="6549"/>
        <pc:sldMkLst>
          <pc:docMk/>
          <pc:sldMk cId="2234205357" sldId="471"/>
        </pc:sldMkLst>
      </pc:sldChg>
      <pc:sldChg chg="del">
        <pc:chgData name="Lenni Lobel" userId="38f762f444469328" providerId="LiveId" clId="{48DC6EB1-7205-479F-AF5D-8BCE66A23E84}" dt="2023-02-13T14:13:23.628" v="178" actId="47"/>
        <pc:sldMkLst>
          <pc:docMk/>
          <pc:sldMk cId="3786063726" sldId="1040"/>
        </pc:sldMkLst>
      </pc:sldChg>
      <pc:sldChg chg="del">
        <pc:chgData name="Lenni Lobel" userId="38f762f444469328" providerId="LiveId" clId="{48DC6EB1-7205-479F-AF5D-8BCE66A23E84}" dt="2023-02-13T13:59:09.438" v="165" actId="47"/>
        <pc:sldMkLst>
          <pc:docMk/>
          <pc:sldMk cId="3856491425" sldId="1051"/>
        </pc:sldMkLst>
      </pc:sldChg>
      <pc:sldChg chg="add del ord">
        <pc:chgData name="Lenni Lobel" userId="38f762f444469328" providerId="LiveId" clId="{48DC6EB1-7205-479F-AF5D-8BCE66A23E84}" dt="2023-02-13T14:18:02.640" v="179" actId="47"/>
        <pc:sldMkLst>
          <pc:docMk/>
          <pc:sldMk cId="89454368" sldId="1644"/>
        </pc:sldMkLst>
      </pc:sldChg>
      <pc:sldChg chg="add">
        <pc:chgData name="Lenni Lobel" userId="38f762f444469328" providerId="LiveId" clId="{48DC6EB1-7205-479F-AF5D-8BCE66A23E84}" dt="2023-02-13T14:13:21.290" v="177"/>
        <pc:sldMkLst>
          <pc:docMk/>
          <pc:sldMk cId="1189119521" sldId="1645"/>
        </pc:sldMkLst>
      </pc:sldChg>
    </pc:docChg>
  </pc:docChgLst>
  <pc:docChgLst>
    <pc:chgData name="Lenni Lobel" userId="38f762f444469328" providerId="LiveId" clId="{48079D94-C0EA-4D33-A170-633A50BAE2EB}"/>
    <pc:docChg chg="undo custSel addSld delSld modSld sldOrd modSection">
      <pc:chgData name="Lenni Lobel" userId="38f762f444469328" providerId="LiveId" clId="{48079D94-C0EA-4D33-A170-633A50BAE2EB}" dt="2022-06-12T22:53:19.519" v="1426"/>
      <pc:docMkLst>
        <pc:docMk/>
      </pc:docMkLst>
      <pc:sldChg chg="modAnim">
        <pc:chgData name="Lenni Lobel" userId="38f762f444469328" providerId="LiveId" clId="{48079D94-C0EA-4D33-A170-633A50BAE2EB}" dt="2022-06-12T17:26:17.026" v="416"/>
        <pc:sldMkLst>
          <pc:docMk/>
          <pc:sldMk cId="3984473760" sldId="370"/>
        </pc:sldMkLst>
      </pc:sldChg>
      <pc:sldChg chg="add">
        <pc:chgData name="Lenni Lobel" userId="38f762f444469328" providerId="LiveId" clId="{48079D94-C0EA-4D33-A170-633A50BAE2EB}" dt="2022-06-12T22:53:19.519" v="1426"/>
        <pc:sldMkLst>
          <pc:docMk/>
          <pc:sldMk cId="2149829571" sldId="487"/>
        </pc:sldMkLst>
      </pc:sldChg>
      <pc:sldChg chg="add">
        <pc:chgData name="Lenni Lobel" userId="38f762f444469328" providerId="LiveId" clId="{48079D94-C0EA-4D33-A170-633A50BAE2EB}" dt="2022-06-12T22:53:19.519" v="1426"/>
        <pc:sldMkLst>
          <pc:docMk/>
          <pc:sldMk cId="1815639940" sldId="490"/>
        </pc:sldMkLst>
      </pc:sldChg>
      <pc:sldChg chg="add">
        <pc:chgData name="Lenni Lobel" userId="38f762f444469328" providerId="LiveId" clId="{48079D94-C0EA-4D33-A170-633A50BAE2EB}" dt="2022-06-12T22:53:19.519" v="1426"/>
        <pc:sldMkLst>
          <pc:docMk/>
          <pc:sldMk cId="2715893279" sldId="491"/>
        </pc:sldMkLst>
      </pc:sldChg>
      <pc:sldChg chg="modSp mod">
        <pc:chgData name="Lenni Lobel" userId="38f762f444469328" providerId="LiveId" clId="{48079D94-C0EA-4D33-A170-633A50BAE2EB}" dt="2022-06-12T17:16:30.344" v="168" actId="27636"/>
        <pc:sldMkLst>
          <pc:docMk/>
          <pc:sldMk cId="3463232610" sldId="1291"/>
        </pc:sldMkLst>
      </pc:sldChg>
      <pc:sldChg chg="add">
        <pc:chgData name="Lenni Lobel" userId="38f762f444469328" providerId="LiveId" clId="{48079D94-C0EA-4D33-A170-633A50BAE2EB}" dt="2022-06-12T17:22:08.555" v="408"/>
        <pc:sldMkLst>
          <pc:docMk/>
          <pc:sldMk cId="2623620560" sldId="1565"/>
        </pc:sldMkLst>
      </pc:sldChg>
      <pc:sldChg chg="del">
        <pc:chgData name="Lenni Lobel" userId="38f762f444469328" providerId="LiveId" clId="{48079D94-C0EA-4D33-A170-633A50BAE2EB}" dt="2022-06-12T17:21:53.600" v="407" actId="2696"/>
        <pc:sldMkLst>
          <pc:docMk/>
          <pc:sldMk cId="3706739629" sldId="1565"/>
        </pc:sldMkLst>
      </pc:sldChg>
      <pc:sldChg chg="add">
        <pc:chgData name="Lenni Lobel" userId="38f762f444469328" providerId="LiveId" clId="{48079D94-C0EA-4D33-A170-633A50BAE2EB}" dt="2022-06-12T17:22:08.555" v="408"/>
        <pc:sldMkLst>
          <pc:docMk/>
          <pc:sldMk cId="1080020727" sldId="1566"/>
        </pc:sldMkLst>
      </pc:sldChg>
      <pc:sldChg chg="del">
        <pc:chgData name="Lenni Lobel" userId="38f762f444469328" providerId="LiveId" clId="{48079D94-C0EA-4D33-A170-633A50BAE2EB}" dt="2022-06-12T17:21:53.600" v="407" actId="2696"/>
        <pc:sldMkLst>
          <pc:docMk/>
          <pc:sldMk cId="3043678440" sldId="1566"/>
        </pc:sldMkLst>
      </pc:sldChg>
      <pc:sldChg chg="add">
        <pc:chgData name="Lenni Lobel" userId="38f762f444469328" providerId="LiveId" clId="{48079D94-C0EA-4D33-A170-633A50BAE2EB}" dt="2022-06-12T17:22:08.555" v="408"/>
        <pc:sldMkLst>
          <pc:docMk/>
          <pc:sldMk cId="467423858" sldId="1567"/>
        </pc:sldMkLst>
      </pc:sldChg>
      <pc:sldChg chg="del">
        <pc:chgData name="Lenni Lobel" userId="38f762f444469328" providerId="LiveId" clId="{48079D94-C0EA-4D33-A170-633A50BAE2EB}" dt="2022-06-12T17:21:53.600" v="407" actId="2696"/>
        <pc:sldMkLst>
          <pc:docMk/>
          <pc:sldMk cId="565900224" sldId="1567"/>
        </pc:sldMkLst>
      </pc:sldChg>
      <pc:sldChg chg="add">
        <pc:chgData name="Lenni Lobel" userId="38f762f444469328" providerId="LiveId" clId="{48079D94-C0EA-4D33-A170-633A50BAE2EB}" dt="2022-06-12T17:22:08.555" v="408"/>
        <pc:sldMkLst>
          <pc:docMk/>
          <pc:sldMk cId="469646841" sldId="1568"/>
        </pc:sldMkLst>
      </pc:sldChg>
      <pc:sldChg chg="del">
        <pc:chgData name="Lenni Lobel" userId="38f762f444469328" providerId="LiveId" clId="{48079D94-C0EA-4D33-A170-633A50BAE2EB}" dt="2022-06-12T17:21:53.600" v="407" actId="2696"/>
        <pc:sldMkLst>
          <pc:docMk/>
          <pc:sldMk cId="476717521" sldId="1568"/>
        </pc:sldMkLst>
      </pc:sldChg>
      <pc:sldChg chg="del">
        <pc:chgData name="Lenni Lobel" userId="38f762f444469328" providerId="LiveId" clId="{48079D94-C0EA-4D33-A170-633A50BAE2EB}" dt="2022-06-12T17:21:53.600" v="407" actId="2696"/>
        <pc:sldMkLst>
          <pc:docMk/>
          <pc:sldMk cId="2113092903" sldId="1569"/>
        </pc:sldMkLst>
      </pc:sldChg>
      <pc:sldChg chg="add">
        <pc:chgData name="Lenni Lobel" userId="38f762f444469328" providerId="LiveId" clId="{48079D94-C0EA-4D33-A170-633A50BAE2EB}" dt="2022-06-12T17:22:08.555" v="408"/>
        <pc:sldMkLst>
          <pc:docMk/>
          <pc:sldMk cId="2567635729" sldId="1569"/>
        </pc:sldMkLst>
      </pc:sldChg>
      <pc:sldChg chg="del">
        <pc:chgData name="Lenni Lobel" userId="38f762f444469328" providerId="LiveId" clId="{48079D94-C0EA-4D33-A170-633A50BAE2EB}" dt="2022-06-12T15:37:29.419" v="142" actId="47"/>
        <pc:sldMkLst>
          <pc:docMk/>
          <pc:sldMk cId="978743016" sldId="1574"/>
        </pc:sldMkLst>
      </pc:sldChg>
      <pc:sldChg chg="del">
        <pc:chgData name="Lenni Lobel" userId="38f762f444469328" providerId="LiveId" clId="{48079D94-C0EA-4D33-A170-633A50BAE2EB}" dt="2022-06-12T15:37:29.419" v="142" actId="47"/>
        <pc:sldMkLst>
          <pc:docMk/>
          <pc:sldMk cId="2872799101" sldId="1575"/>
        </pc:sldMkLst>
      </pc:sldChg>
      <pc:sldChg chg="del">
        <pc:chgData name="Lenni Lobel" userId="38f762f444469328" providerId="LiveId" clId="{48079D94-C0EA-4D33-A170-633A50BAE2EB}" dt="2022-06-12T15:37:29.419" v="142" actId="47"/>
        <pc:sldMkLst>
          <pc:docMk/>
          <pc:sldMk cId="2190689094" sldId="1576"/>
        </pc:sldMkLst>
      </pc:sldChg>
      <pc:sldChg chg="del">
        <pc:chgData name="Lenni Lobel" userId="38f762f444469328" providerId="LiveId" clId="{48079D94-C0EA-4D33-A170-633A50BAE2EB}" dt="2022-06-12T15:37:29.419" v="142" actId="47"/>
        <pc:sldMkLst>
          <pc:docMk/>
          <pc:sldMk cId="948115886" sldId="1577"/>
        </pc:sldMkLst>
      </pc:sldChg>
      <pc:sldChg chg="del">
        <pc:chgData name="Lenni Lobel" userId="38f762f444469328" providerId="LiveId" clId="{48079D94-C0EA-4D33-A170-633A50BAE2EB}" dt="2022-06-12T15:37:29.419" v="142" actId="47"/>
        <pc:sldMkLst>
          <pc:docMk/>
          <pc:sldMk cId="771901311" sldId="1578"/>
        </pc:sldMkLst>
      </pc:sldChg>
      <pc:sldChg chg="del">
        <pc:chgData name="Lenni Lobel" userId="38f762f444469328" providerId="LiveId" clId="{48079D94-C0EA-4D33-A170-633A50BAE2EB}" dt="2022-06-12T15:37:29.419" v="142" actId="47"/>
        <pc:sldMkLst>
          <pc:docMk/>
          <pc:sldMk cId="3526206791" sldId="1580"/>
        </pc:sldMkLst>
      </pc:sldChg>
      <pc:sldChg chg="modSp modAnim">
        <pc:chgData name="Lenni Lobel" userId="38f762f444469328" providerId="LiveId" clId="{48079D94-C0EA-4D33-A170-633A50BAE2EB}" dt="2022-06-12T22:17:29.427" v="1425" actId="20577"/>
        <pc:sldMkLst>
          <pc:docMk/>
          <pc:sldMk cId="326775621" sldId="1582"/>
        </pc:sldMkLst>
      </pc:sldChg>
      <pc:sldChg chg="modSp add del mod modAnim">
        <pc:chgData name="Lenni Lobel" userId="38f762f444469328" providerId="LiveId" clId="{48079D94-C0EA-4D33-A170-633A50BAE2EB}" dt="2022-06-12T15:37:23.366" v="141" actId="47"/>
        <pc:sldMkLst>
          <pc:docMk/>
          <pc:sldMk cId="1019188454" sldId="1595"/>
        </pc:sldMkLst>
      </pc:sldChg>
      <pc:sldChg chg="new del">
        <pc:chgData name="Lenni Lobel" userId="38f762f444469328" providerId="LiveId" clId="{48079D94-C0EA-4D33-A170-633A50BAE2EB}" dt="2022-06-12T15:26:19.246" v="77" actId="680"/>
        <pc:sldMkLst>
          <pc:docMk/>
          <pc:sldMk cId="3181509923" sldId="1596"/>
        </pc:sldMkLst>
      </pc:sldChg>
      <pc:sldChg chg="addSp modSp add ord modAnim">
        <pc:chgData name="Lenni Lobel" userId="38f762f444469328" providerId="LiveId" clId="{48079D94-C0EA-4D33-A170-633A50BAE2EB}" dt="2022-06-12T15:39:09.302" v="144"/>
        <pc:sldMkLst>
          <pc:docMk/>
          <pc:sldMk cId="4042509883" sldId="1596"/>
        </pc:sldMkLst>
      </pc:sldChg>
      <pc:sldChg chg="add">
        <pc:chgData name="Lenni Lobel" userId="38f762f444469328" providerId="LiveId" clId="{48079D94-C0EA-4D33-A170-633A50BAE2EB}" dt="2022-06-12T17:16:22.878" v="145"/>
        <pc:sldMkLst>
          <pc:docMk/>
          <pc:sldMk cId="3973498013" sldId="1597"/>
        </pc:sldMkLst>
      </pc:sldChg>
      <pc:sldChg chg="addSp delSp modSp add del mod ord delAnim modAnim">
        <pc:chgData name="Lenni Lobel" userId="38f762f444469328" providerId="LiveId" clId="{48079D94-C0EA-4D33-A170-633A50BAE2EB}" dt="2022-06-12T20:23:50.026" v="1004" actId="47"/>
        <pc:sldMkLst>
          <pc:docMk/>
          <pc:sldMk cId="4196787624" sldId="1598"/>
        </pc:sldMkLst>
      </pc:sldChg>
      <pc:sldChg chg="addSp modSp add">
        <pc:chgData name="Lenni Lobel" userId="38f762f444469328" providerId="LiveId" clId="{48079D94-C0EA-4D33-A170-633A50BAE2EB}" dt="2022-06-12T17:20:04.340" v="406"/>
        <pc:sldMkLst>
          <pc:docMk/>
          <pc:sldMk cId="3022962612" sldId="1599"/>
        </pc:sldMkLst>
      </pc:sldChg>
      <pc:sldChg chg="addSp delSp modSp add mod">
        <pc:chgData name="Lenni Lobel" userId="38f762f444469328" providerId="LiveId" clId="{48079D94-C0EA-4D33-A170-633A50BAE2EB}" dt="2022-06-12T20:24:00.806" v="1022" actId="20577"/>
        <pc:sldMkLst>
          <pc:docMk/>
          <pc:sldMk cId="2579392436" sldId="1600"/>
        </pc:sldMkLst>
      </pc:sldChg>
      <pc:sldChg chg="addSp delSp modSp add mod modAnim">
        <pc:chgData name="Lenni Lobel" userId="38f762f444469328" providerId="LiveId" clId="{48079D94-C0EA-4D33-A170-633A50BAE2EB}" dt="2022-06-12T21:56:24.121" v="1418"/>
        <pc:sldMkLst>
          <pc:docMk/>
          <pc:sldMk cId="2079227093" sldId="1601"/>
        </pc:sldMkLst>
      </pc:sldChg>
    </pc:docChg>
  </pc:docChgLst>
  <pc:docChgLst>
    <pc:chgData name="Lenni Lobel" userId="38f762f444469328" providerId="LiveId" clId="{8FAA0EE5-C073-464C-9EA5-D4124644D2E2}"/>
    <pc:docChg chg="custSel addSld delSld modSld sldOrd modMainMaster modSection">
      <pc:chgData name="Lenni Lobel" userId="38f762f444469328" providerId="LiveId" clId="{8FAA0EE5-C073-464C-9EA5-D4124644D2E2}" dt="2022-07-15T13:34:51.500" v="1511" actId="20577"/>
      <pc:docMkLst>
        <pc:docMk/>
      </pc:docMkLst>
      <pc:sldChg chg="addSp modSp add mod modAnim">
        <pc:chgData name="Lenni Lobel" userId="38f762f444469328" providerId="LiveId" clId="{8FAA0EE5-C073-464C-9EA5-D4124644D2E2}" dt="2022-07-08T19:14:44.253" v="56" actId="20577"/>
        <pc:sldMkLst>
          <pc:docMk/>
          <pc:sldMk cId="405188728" sldId="258"/>
        </pc:sldMkLst>
      </pc:sldChg>
      <pc:sldChg chg="del">
        <pc:chgData name="Lenni Lobel" userId="38f762f444469328" providerId="LiveId" clId="{8FAA0EE5-C073-464C-9EA5-D4124644D2E2}" dt="2022-07-08T19:14:47.605" v="57" actId="47"/>
        <pc:sldMkLst>
          <pc:docMk/>
          <pc:sldMk cId="3984473760" sldId="370"/>
        </pc:sldMkLst>
      </pc:sldChg>
      <pc:sldChg chg="modSp">
        <pc:chgData name="Lenni Lobel" userId="38f762f444469328" providerId="LiveId" clId="{8FAA0EE5-C073-464C-9EA5-D4124644D2E2}" dt="2022-07-08T19:15:23.829" v="68" actId="20577"/>
        <pc:sldMkLst>
          <pc:docMk/>
          <pc:sldMk cId="2234205357" sldId="471"/>
        </pc:sldMkLst>
      </pc:sldChg>
      <pc:sldChg chg="addSp modSp mod">
        <pc:chgData name="Lenni Lobel" userId="38f762f444469328" providerId="LiveId" clId="{8FAA0EE5-C073-464C-9EA5-D4124644D2E2}" dt="2022-07-08T19:21:16.682" v="86" actId="167"/>
        <pc:sldMkLst>
          <pc:docMk/>
          <pc:sldMk cId="2149829571" sldId="487"/>
        </pc:sldMkLst>
      </pc:sldChg>
      <pc:sldChg chg="addSp modSp mod">
        <pc:chgData name="Lenni Lobel" userId="38f762f444469328" providerId="LiveId" clId="{8FAA0EE5-C073-464C-9EA5-D4124644D2E2}" dt="2022-07-08T19:21:24.096" v="88" actId="167"/>
        <pc:sldMkLst>
          <pc:docMk/>
          <pc:sldMk cId="1815639940" sldId="490"/>
        </pc:sldMkLst>
      </pc:sldChg>
      <pc:sldChg chg="addSp modSp mod">
        <pc:chgData name="Lenni Lobel" userId="38f762f444469328" providerId="LiveId" clId="{8FAA0EE5-C073-464C-9EA5-D4124644D2E2}" dt="2022-07-08T19:21:31.337" v="90" actId="167"/>
        <pc:sldMkLst>
          <pc:docMk/>
          <pc:sldMk cId="2715893279" sldId="491"/>
        </pc:sldMkLst>
      </pc:sldChg>
      <pc:sldChg chg="del">
        <pc:chgData name="Lenni Lobel" userId="38f762f444469328" providerId="LiveId" clId="{8FAA0EE5-C073-464C-9EA5-D4124644D2E2}" dt="2022-07-08T19:15:16.841" v="61" actId="47"/>
        <pc:sldMkLst>
          <pc:docMk/>
          <pc:sldMk cId="344067799" sldId="1033"/>
        </pc:sldMkLst>
      </pc:sldChg>
      <pc:sldChg chg="add ord">
        <pc:chgData name="Lenni Lobel" userId="38f762f444469328" providerId="LiveId" clId="{8FAA0EE5-C073-464C-9EA5-D4124644D2E2}" dt="2022-07-08T19:14:59.066" v="60"/>
        <pc:sldMkLst>
          <pc:docMk/>
          <pc:sldMk cId="3786063726" sldId="1040"/>
        </pc:sldMkLst>
      </pc:sldChg>
      <pc:sldChg chg="addSp modSp mod">
        <pc:chgData name="Lenni Lobel" userId="38f762f444469328" providerId="LiveId" clId="{8FAA0EE5-C073-464C-9EA5-D4124644D2E2}" dt="2022-07-08T19:20:22.375" v="78" actId="167"/>
        <pc:sldMkLst>
          <pc:docMk/>
          <pc:sldMk cId="1759951761" sldId="1215"/>
        </pc:sldMkLst>
      </pc:sldChg>
      <pc:sldChg chg="addSp modSp mod">
        <pc:chgData name="Lenni Lobel" userId="38f762f444469328" providerId="LiveId" clId="{8FAA0EE5-C073-464C-9EA5-D4124644D2E2}" dt="2022-07-08T19:20:29.736" v="80" actId="167"/>
        <pc:sldMkLst>
          <pc:docMk/>
          <pc:sldMk cId="3652489253" sldId="1563"/>
        </pc:sldMkLst>
      </pc:sldChg>
      <pc:sldChg chg="addSp modSp mod">
        <pc:chgData name="Lenni Lobel" userId="38f762f444469328" providerId="LiveId" clId="{8FAA0EE5-C073-464C-9EA5-D4124644D2E2}" dt="2022-07-08T19:20:38.941" v="82" actId="167"/>
        <pc:sldMkLst>
          <pc:docMk/>
          <pc:sldMk cId="2531097043" sldId="1564"/>
        </pc:sldMkLst>
      </pc:sldChg>
      <pc:sldChg chg="modSp mod modAnim">
        <pc:chgData name="Lenni Lobel" userId="38f762f444469328" providerId="LiveId" clId="{8FAA0EE5-C073-464C-9EA5-D4124644D2E2}" dt="2022-07-15T13:28:56.086" v="1264" actId="27636"/>
        <pc:sldMkLst>
          <pc:docMk/>
          <pc:sldMk cId="1080020727" sldId="1566"/>
        </pc:sldMkLst>
      </pc:sldChg>
      <pc:sldChg chg="del">
        <pc:chgData name="Lenni Lobel" userId="38f762f444469328" providerId="LiveId" clId="{8FAA0EE5-C073-464C-9EA5-D4124644D2E2}" dt="2022-07-15T13:32:37.892" v="1351" actId="47"/>
        <pc:sldMkLst>
          <pc:docMk/>
          <pc:sldMk cId="2567635729" sldId="1569"/>
        </pc:sldMkLst>
      </pc:sldChg>
      <pc:sldChg chg="addSp modSp mod">
        <pc:chgData name="Lenni Lobel" userId="38f762f444469328" providerId="LiveId" clId="{8FAA0EE5-C073-464C-9EA5-D4124644D2E2}" dt="2022-07-08T19:21:10.523" v="84" actId="167"/>
        <pc:sldMkLst>
          <pc:docMk/>
          <pc:sldMk cId="2079227093" sldId="1601"/>
        </pc:sldMkLst>
      </pc:sldChg>
      <pc:sldChg chg="modSp add mod modAnim">
        <pc:chgData name="Lenni Lobel" userId="38f762f444469328" providerId="LiveId" clId="{8FAA0EE5-C073-464C-9EA5-D4124644D2E2}" dt="2022-07-15T13:07:03.796" v="757" actId="20577"/>
        <pc:sldMkLst>
          <pc:docMk/>
          <pc:sldMk cId="3055840327" sldId="1602"/>
        </pc:sldMkLst>
      </pc:sldChg>
      <pc:sldChg chg="addSp modSp add mod modAnim">
        <pc:chgData name="Lenni Lobel" userId="38f762f444469328" providerId="LiveId" clId="{8FAA0EE5-C073-464C-9EA5-D4124644D2E2}" dt="2022-07-15T13:33:28.997" v="1413" actId="20577"/>
        <pc:sldMkLst>
          <pc:docMk/>
          <pc:sldMk cId="82444292" sldId="1603"/>
        </pc:sldMkLst>
      </pc:sldChg>
      <pc:sldChg chg="addSp delSp modSp add del mod">
        <pc:chgData name="Lenni Lobel" userId="38f762f444469328" providerId="LiveId" clId="{8FAA0EE5-C073-464C-9EA5-D4124644D2E2}" dt="2022-07-15T13:31:38.076" v="1292" actId="47"/>
        <pc:sldMkLst>
          <pc:docMk/>
          <pc:sldMk cId="1512460104" sldId="1604"/>
        </pc:sldMkLst>
      </pc:sldChg>
      <pc:sldChg chg="addSp delSp modSp add del mod">
        <pc:chgData name="Lenni Lobel" userId="38f762f444469328" providerId="LiveId" clId="{8FAA0EE5-C073-464C-9EA5-D4124644D2E2}" dt="2022-07-15T13:32:34.293" v="1350" actId="47"/>
        <pc:sldMkLst>
          <pc:docMk/>
          <pc:sldMk cId="3285287585" sldId="1605"/>
        </pc:sldMkLst>
      </pc:sldChg>
      <pc:sldChg chg="addSp delSp modSp add mod modAnim">
        <pc:chgData name="Lenni Lobel" userId="38f762f444469328" providerId="LiveId" clId="{8FAA0EE5-C073-464C-9EA5-D4124644D2E2}" dt="2022-07-15T13:34:51.500" v="1511" actId="20577"/>
        <pc:sldMkLst>
          <pc:docMk/>
          <pc:sldMk cId="1108758240" sldId="1606"/>
        </pc:sldMkLst>
      </pc:sldChg>
      <pc:sldMasterChg chg="setBg">
        <pc:chgData name="Lenni Lobel" userId="38f762f444469328" providerId="LiveId" clId="{8FAA0EE5-C073-464C-9EA5-D4124644D2E2}" dt="2022-07-08T19:18:44.411" v="74"/>
        <pc:sldMasterMkLst>
          <pc:docMk/>
          <pc:sldMasterMk cId="2518731564" sldId="2147483775"/>
        </pc:sldMasterMkLst>
      </pc:sldMasterChg>
      <pc:sldMasterChg chg="setBg modSldLayout">
        <pc:chgData name="Lenni Lobel" userId="38f762f444469328" providerId="LiveId" clId="{8FAA0EE5-C073-464C-9EA5-D4124644D2E2}" dt="2022-07-08T19:18:23.586" v="72"/>
        <pc:sldMasterMkLst>
          <pc:docMk/>
          <pc:sldMasterMk cId="4115018939" sldId="2147483791"/>
        </pc:sldMasterMkLst>
        <pc:sldLayoutChg chg="setBg">
          <pc:chgData name="Lenni Lobel" userId="38f762f444469328" providerId="LiveId" clId="{8FAA0EE5-C073-464C-9EA5-D4124644D2E2}" dt="2022-07-08T19:18:16.862" v="70"/>
          <pc:sldLayoutMkLst>
            <pc:docMk/>
            <pc:sldMasterMk cId="4115018939" sldId="2147483791"/>
            <pc:sldLayoutMk cId="2571118618" sldId="2147483792"/>
          </pc:sldLayoutMkLst>
        </pc:sldLayoutChg>
      </pc:sldMasterChg>
      <pc:sldMasterChg chg="setBg">
        <pc:chgData name="Lenni Lobel" userId="38f762f444469328" providerId="LiveId" clId="{8FAA0EE5-C073-464C-9EA5-D4124644D2E2}" dt="2022-07-08T19:19:50.664" v="76"/>
        <pc:sldMasterMkLst>
          <pc:docMk/>
          <pc:sldMasterMk cId="115116387" sldId="2147483795"/>
        </pc:sldMasterMkLst>
      </pc:sldMasterChg>
      <pc:sldMasterChg chg="delSldLayout">
        <pc:chgData name="Lenni Lobel" userId="38f762f444469328" providerId="LiveId" clId="{8FAA0EE5-C073-464C-9EA5-D4124644D2E2}" dt="2022-07-08T19:14:47.605" v="57" actId="47"/>
        <pc:sldMasterMkLst>
          <pc:docMk/>
          <pc:sldMasterMk cId="2045827576" sldId="2147483799"/>
        </pc:sldMasterMkLst>
        <pc:sldLayoutChg chg="del">
          <pc:chgData name="Lenni Lobel" userId="38f762f444469328" providerId="LiveId" clId="{8FAA0EE5-C073-464C-9EA5-D4124644D2E2}" dt="2022-07-08T19:14:47.605" v="57" actId="47"/>
          <pc:sldLayoutMkLst>
            <pc:docMk/>
            <pc:sldMasterMk cId="2045827576" sldId="2147483799"/>
            <pc:sldLayoutMk cId="562927349" sldId="2147483830"/>
          </pc:sldLayoutMkLst>
        </pc:sldLayoutChg>
      </pc:sldMasterChg>
    </pc:docChg>
  </pc:docChgLst>
  <pc:docChgLst>
    <pc:chgData name="Lenni Lobel" userId="38f762f444469328" providerId="LiveId" clId="{30D6A0DE-8691-427D-A9F7-CB462D741C2C}"/>
    <pc:docChg chg="undo custSel addSld delSld modSld modSection">
      <pc:chgData name="Lenni Lobel" userId="38f762f444469328" providerId="LiveId" clId="{30D6A0DE-8691-427D-A9F7-CB462D741C2C}" dt="2022-03-28T12:57:50.179" v="52" actId="47"/>
      <pc:docMkLst>
        <pc:docMk/>
      </pc:docMkLst>
      <pc:sldChg chg="del">
        <pc:chgData name="Lenni Lobel" userId="38f762f444469328" providerId="LiveId" clId="{30D6A0DE-8691-427D-A9F7-CB462D741C2C}" dt="2022-03-28T12:57:42.364" v="51" actId="47"/>
        <pc:sldMkLst>
          <pc:docMk/>
          <pc:sldMk cId="943003626" sldId="1228"/>
        </pc:sldMkLst>
      </pc:sldChg>
      <pc:sldChg chg="addSp delSp modSp del mod">
        <pc:chgData name="Lenni Lobel" userId="38f762f444469328" providerId="LiveId" clId="{30D6A0DE-8691-427D-A9F7-CB462D741C2C}" dt="2022-03-28T12:57:42.364" v="51" actId="47"/>
        <pc:sldMkLst>
          <pc:docMk/>
          <pc:sldMk cId="3876453619" sldId="1229"/>
        </pc:sldMkLst>
      </pc:sldChg>
      <pc:sldChg chg="del">
        <pc:chgData name="Lenni Lobel" userId="38f762f444469328" providerId="LiveId" clId="{30D6A0DE-8691-427D-A9F7-CB462D741C2C}" dt="2022-03-28T12:57:42.364" v="51" actId="47"/>
        <pc:sldMkLst>
          <pc:docMk/>
          <pc:sldMk cId="3174847865" sldId="1230"/>
        </pc:sldMkLst>
      </pc:sldChg>
      <pc:sldChg chg="del">
        <pc:chgData name="Lenni Lobel" userId="38f762f444469328" providerId="LiveId" clId="{30D6A0DE-8691-427D-A9F7-CB462D741C2C}" dt="2022-03-28T12:57:42.364" v="51" actId="47"/>
        <pc:sldMkLst>
          <pc:docMk/>
          <pc:sldMk cId="1609537419" sldId="1231"/>
        </pc:sldMkLst>
      </pc:sldChg>
      <pc:sldChg chg="addSp delSp mod">
        <pc:chgData name="Lenni Lobel" userId="38f762f444469328" providerId="LiveId" clId="{30D6A0DE-8691-427D-A9F7-CB462D741C2C}" dt="2022-03-28T12:51:58.809" v="1" actId="478"/>
        <pc:sldMkLst>
          <pc:docMk/>
          <pc:sldMk cId="2416304151" sldId="1555"/>
        </pc:sldMkLst>
      </pc:sldChg>
      <pc:sldChg chg="del">
        <pc:chgData name="Lenni Lobel" userId="38f762f444469328" providerId="LiveId" clId="{30D6A0DE-8691-427D-A9F7-CB462D741C2C}" dt="2022-03-28T12:57:42.364" v="51" actId="47"/>
        <pc:sldMkLst>
          <pc:docMk/>
          <pc:sldMk cId="1265028734" sldId="1556"/>
        </pc:sldMkLst>
      </pc:sldChg>
      <pc:sldChg chg="addSp delSp del mod">
        <pc:chgData name="Lenni Lobel" userId="38f762f444469328" providerId="LiveId" clId="{30D6A0DE-8691-427D-A9F7-CB462D741C2C}" dt="2022-03-28T12:57:42.364" v="51" actId="47"/>
        <pc:sldMkLst>
          <pc:docMk/>
          <pc:sldMk cId="4063291411" sldId="1557"/>
        </pc:sldMkLst>
      </pc:sldChg>
      <pc:sldChg chg="new del">
        <pc:chgData name="Lenni Lobel" userId="38f762f444469328" providerId="LiveId" clId="{30D6A0DE-8691-427D-A9F7-CB462D741C2C}" dt="2022-03-28T12:57:42.364" v="51" actId="47"/>
        <pc:sldMkLst>
          <pc:docMk/>
          <pc:sldMk cId="1061215326" sldId="1565"/>
        </pc:sldMkLst>
      </pc:sldChg>
      <pc:sldChg chg="add del">
        <pc:chgData name="Lenni Lobel" userId="38f762f444469328" providerId="LiveId" clId="{30D6A0DE-8691-427D-A9F7-CB462D741C2C}" dt="2022-03-28T12:56:15.445" v="8"/>
        <pc:sldMkLst>
          <pc:docMk/>
          <pc:sldMk cId="1838626409" sldId="1565"/>
        </pc:sldMkLst>
      </pc:sldChg>
      <pc:sldChg chg="new del">
        <pc:chgData name="Lenni Lobel" userId="38f762f444469328" providerId="LiveId" clId="{30D6A0DE-8691-427D-A9F7-CB462D741C2C}" dt="2022-03-28T12:57:50.179" v="52" actId="47"/>
        <pc:sldMkLst>
          <pc:docMk/>
          <pc:sldMk cId="577302236" sldId="1566"/>
        </pc:sldMkLst>
      </pc:sldChg>
      <pc:sldChg chg="new del">
        <pc:chgData name="Lenni Lobel" userId="38f762f444469328" providerId="LiveId" clId="{30D6A0DE-8691-427D-A9F7-CB462D741C2C}" dt="2022-03-28T12:56:41.278" v="13" actId="47"/>
        <pc:sldMkLst>
          <pc:docMk/>
          <pc:sldMk cId="3169925552" sldId="1567"/>
        </pc:sldMkLst>
      </pc:sldChg>
      <pc:sldChg chg="addSp delSp modSp add del mod">
        <pc:chgData name="Lenni Lobel" userId="38f762f444469328" providerId="LiveId" clId="{30D6A0DE-8691-427D-A9F7-CB462D741C2C}" dt="2022-03-28T12:57:50.179" v="52" actId="47"/>
        <pc:sldMkLst>
          <pc:docMk/>
          <pc:sldMk cId="2341619469" sldId="1568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3075920746" sldId="1569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2810295799" sldId="1570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1566364133" sldId="1571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2755405321" sldId="1572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1317626821" sldId="1573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3771637958" sldId="1574"/>
        </pc:sldMkLst>
      </pc:sldChg>
      <pc:sldChg chg="add del">
        <pc:chgData name="Lenni Lobel" userId="38f762f444469328" providerId="LiveId" clId="{30D6A0DE-8691-427D-A9F7-CB462D741C2C}" dt="2022-03-28T12:57:50.179" v="52" actId="47"/>
        <pc:sldMkLst>
          <pc:docMk/>
          <pc:sldMk cId="3156282390" sldId="1575"/>
        </pc:sldMkLst>
      </pc:sldChg>
    </pc:docChg>
  </pc:docChgLst>
  <pc:docChgLst>
    <pc:chgData name="Lenni Lobel" userId="38f762f444469328" providerId="LiveId" clId="{46E69256-F034-49B3-BE19-125698F9F65A}"/>
    <pc:docChg chg="delSld delMainMaster modMainMaster modSection">
      <pc:chgData name="Lenni Lobel" userId="38f762f444469328" providerId="LiveId" clId="{46E69256-F034-49B3-BE19-125698F9F65A}" dt="2025-06-30T15:25:44.330" v="5" actId="47"/>
      <pc:docMkLst>
        <pc:docMk/>
      </pc:docMkLst>
      <pc:sldChg chg="del">
        <pc:chgData name="Lenni Lobel" userId="38f762f444469328" providerId="LiveId" clId="{46E69256-F034-49B3-BE19-125698F9F65A}" dt="2025-06-30T15:22:44.945" v="0" actId="47"/>
        <pc:sldMkLst>
          <pc:docMk/>
          <pc:sldMk cId="1727960841" sldId="26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465299317" sldId="26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61233330" sldId="26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73899511" sldId="46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234205357" sldId="47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49829571" sldId="48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815639940" sldId="49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15893279" sldId="49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8829501" sldId="61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734289556" sldId="65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73357611" sldId="66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863222740" sldId="66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53233605" sldId="66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54679236" sldId="66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14013352" sldId="67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38340584" sldId="67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827777326" sldId="68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91697517" sldId="68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48353023" sldId="68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29854361" sldId="68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646653603" sldId="69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553696151" sldId="69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62125691" sldId="69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58213340" sldId="69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196891712" sldId="69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687140697" sldId="71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7086228" sldId="72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10195516" sldId="72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044193102" sldId="74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75392855" sldId="74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4327421" sldId="74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879882508" sldId="75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70211217" sldId="75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554527097" sldId="75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609210137" sldId="75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83111866" sldId="75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952346430" sldId="75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73581146" sldId="76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81660728" sldId="76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720846981" sldId="77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319187343" sldId="78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76756430" sldId="79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82676187" sldId="79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40598021" sldId="82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147685771" sldId="88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283120144" sldId="90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199014896" sldId="91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516139992" sldId="91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64848900" sldId="92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485434138" sldId="92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9392381" sldId="92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786449173" sldId="100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08837732" sldId="100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31253355" sldId="1128"/>
        </pc:sldMkLst>
      </pc:sldChg>
      <pc:sldChg chg="del">
        <pc:chgData name="Lenni Lobel" userId="38f762f444469328" providerId="LiveId" clId="{46E69256-F034-49B3-BE19-125698F9F65A}" dt="2025-06-30T15:24:59.833" v="4" actId="47"/>
        <pc:sldMkLst>
          <pc:docMk/>
          <pc:sldMk cId="3155996541" sldId="113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734624263" sldId="113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16775242" sldId="113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652778174" sldId="114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406262182" sldId="116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09893606" sldId="116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76581411" sldId="116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26015600" sldId="116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97347183" sldId="116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95405281" sldId="117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460779014" sldId="117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31659459" sldId="117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96001791" sldId="118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66036936" sldId="118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716622432" sldId="118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41679261" sldId="118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16544531" sldId="1186"/>
        </pc:sldMkLst>
      </pc:sldChg>
      <pc:sldChg chg="del">
        <pc:chgData name="Lenni Lobel" userId="38f762f444469328" providerId="LiveId" clId="{46E69256-F034-49B3-BE19-125698F9F65A}" dt="2025-06-30T15:24:59.833" v="4" actId="47"/>
        <pc:sldMkLst>
          <pc:docMk/>
          <pc:sldMk cId="2543228877" sldId="118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96621941" sldId="120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52219793" sldId="120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595993169" sldId="120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534581370" sldId="120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504964769" sldId="120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231418195" sldId="121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24552020" sldId="121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759951761" sldId="121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154463626" sldId="121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94070844" sldId="122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755803788" sldId="122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768660616" sldId="123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292438807" sldId="124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944666765" sldId="124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731056817" sldId="124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72800772" sldId="124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57555050" sldId="125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516154938" sldId="125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88257296" sldId="125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26609424" sldId="125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86988408" sldId="125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422849364" sldId="125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804235195" sldId="125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66418376" sldId="126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37558564" sldId="126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03102441" sldId="126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354810834" sldId="126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4946066" sldId="126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19194892" sldId="126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052324524" sldId="127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897604562" sldId="127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315373711" sldId="127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95515693" sldId="127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02512976" sldId="127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449874890" sldId="127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779118389" sldId="127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26905696" sldId="128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08930557" sldId="128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523349954" sldId="128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58372042" sldId="128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59828452" sldId="128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86635298" sldId="128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599097269" sldId="128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78916043" sldId="128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49210641" sldId="128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59754140" sldId="129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463232610" sldId="129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55447863" sldId="129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124473574" sldId="129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428024257" sldId="129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42368078" sldId="129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473361178" sldId="129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148847942" sldId="129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54040507" sldId="129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505140069" sldId="129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77534376" sldId="130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43104026" sldId="130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39294298" sldId="130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89128950" sldId="130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18018427" sldId="130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894877873" sldId="130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505362363" sldId="130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27348928" sldId="130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588256254" sldId="131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650591486" sldId="131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198811328" sldId="131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251754419" sldId="131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47431129" sldId="131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278276096" sldId="131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679148376" sldId="131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450567463" sldId="132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77212048" sldId="132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226717314" sldId="132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057033792" sldId="132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957956926" sldId="132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891341244" sldId="133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114815789" sldId="133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281235464" sldId="133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261266731" sldId="133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190212000" sldId="133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70659990" sldId="134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056626732" sldId="134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706300002" sldId="134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966169688" sldId="134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374370903" sldId="134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847337" sldId="134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45115942" sldId="134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91386590" sldId="134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56179957" sldId="135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72978632" sldId="135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87471453" sldId="136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081942467" sldId="136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223137882" sldId="136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562155369" sldId="136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282526466" sldId="136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190257950" sldId="136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035741879" sldId="139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707480893" sldId="139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63024857" sldId="139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66196069" sldId="139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17548057" sldId="139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69571740" sldId="140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00147531" sldId="140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517738444" sldId="140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36986112" sldId="140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523906514" sldId="140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66175097" sldId="140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398605759" sldId="140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40821330" sldId="140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191304094" sldId="140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01188676" sldId="141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96048285" sldId="141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828222344" sldId="141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80072117" sldId="141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72631545" sldId="141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04155960" sldId="141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807469605" sldId="141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095984457" sldId="141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781967817" sldId="141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669983260" sldId="142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423350572" sldId="142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143579353" sldId="142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74890018" sldId="142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04175743" sldId="142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01658677" sldId="142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01913328" sldId="142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784108694" sldId="142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39595588" sldId="142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35246996" sldId="143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895463293" sldId="143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544523095" sldId="143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22853705" sldId="143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598927752" sldId="144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82987102" sldId="144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63570867" sldId="144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676828531" sldId="146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73926502" sldId="146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192793890" sldId="147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92705188" sldId="147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964091748" sldId="147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51407156" sldId="147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76848250" sldId="147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87451037" sldId="147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06940944" sldId="147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444094829" sldId="147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90117170" sldId="147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42719685" sldId="148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794873383" sldId="148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97334621" sldId="148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938460172" sldId="148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7946919" sldId="148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49024680" sldId="148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167544795" sldId="148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439339174" sldId="148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96099531" sldId="148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931145916" sldId="149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964670734" sldId="149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130080014" sldId="149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706472639" sldId="149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391042722" sldId="149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911940378" sldId="149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57985595" sldId="149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223833715" sldId="149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12823565" sldId="149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565208722" sldId="149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7525285" sldId="150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83342264" sldId="150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063423569" sldId="150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915449917" sldId="150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379763522" sldId="150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166646050" sldId="150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353936796" sldId="150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705234003" sldId="150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962345225" sldId="150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644529612" sldId="150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597080828" sldId="151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932981131" sldId="151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011423075" sldId="151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328937689" sldId="151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612524401" sldId="151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139700781" sldId="151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19986645" sldId="151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527669149" sldId="151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572708875" sldId="152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83078885" sldId="152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23140195" sldId="152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138419210" sldId="152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106477719" sldId="152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31524548" sldId="152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10080451" sldId="152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99403937" sldId="152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58868410" sldId="152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95638868" sldId="152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03639521" sldId="153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401585109" sldId="153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051493717" sldId="153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13190355" sldId="153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190186894" sldId="153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29938784" sldId="153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07795114" sldId="153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28730922" sldId="153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45271760" sldId="153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0667337" sldId="153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6724675" sldId="154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499987030" sldId="154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008373743" sldId="155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416304151" sldId="155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113036954" sldId="155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598014942" sldId="156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652489253" sldId="156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531097043" sldId="156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623620560" sldId="156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67423858" sldId="156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124016032" sldId="157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36749180" sldId="158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64739443" sldId="158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867791642" sldId="158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82399785" sldId="159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316201730" sldId="159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557627917" sldId="159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651420600" sldId="159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42509883" sldId="159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73498013" sldId="159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022962612" sldId="159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818132472" sldId="160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241425751" sldId="160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851555193" sldId="161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986160790" sldId="161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928783657" sldId="161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757191689" sldId="1614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130686253" sldId="161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73934441" sldId="1616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388638376" sldId="1617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4024896223" sldId="161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658877023" sldId="161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32740791" sldId="162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94093211" sldId="162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441160361" sldId="162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11674337" sldId="162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31706049" sldId="162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848524805" sldId="162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910535044" sldId="163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06695533" sldId="163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72870352" sldId="163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850207270" sldId="163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913875856" sldId="163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73674764" sldId="163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82733335" sldId="163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207231278" sldId="163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60516089" sldId="163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201115" sldId="163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884693824" sldId="164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86446688" sldId="164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87396990" sldId="164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17427529" sldId="164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189119521" sldId="164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162540806" sldId="164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627502675" sldId="165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1402955060" sldId="1651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108203977" sldId="1652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768299363" sldId="165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37534245" sldId="165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40830065" sldId="165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866209901" sldId="165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261224064" sldId="165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708996359" sldId="165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975680588" sldId="165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49149022" sldId="166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2482279276" sldId="1663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764159580" sldId="1665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039559447" sldId="166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141200318" sldId="166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144620986" sldId="1668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3272392481" sldId="1669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629095109" sldId="167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335232006" sldId="167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492822223" sldId="167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503479379" sldId="167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64066790" sldId="167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93402928" sldId="167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071247635" sldId="167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509921748" sldId="167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87030646" sldId="1680"/>
        </pc:sldMkLst>
      </pc:sldChg>
      <pc:sldChg chg="del">
        <pc:chgData name="Lenni Lobel" userId="38f762f444469328" providerId="LiveId" clId="{46E69256-F034-49B3-BE19-125698F9F65A}" dt="2025-06-30T15:22:44.945" v="0" actId="47"/>
        <pc:sldMkLst>
          <pc:docMk/>
          <pc:sldMk cId="0" sldId="168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719180992" sldId="168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85777609" sldId="1683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050040856" sldId="1684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047650180" sldId="168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232405254" sldId="1687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2810206193" sldId="1688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075295047" sldId="1689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623891733" sldId="1695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405681203" sldId="1696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435518859" sldId="1700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409021112" sldId="1701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1440760532" sldId="1702"/>
        </pc:sldMkLst>
      </pc:sldChg>
      <pc:sldChg chg="del">
        <pc:chgData name="Lenni Lobel" userId="38f762f444469328" providerId="LiveId" clId="{46E69256-F034-49B3-BE19-125698F9F65A}" dt="2025-06-30T15:25:44.330" v="5" actId="47"/>
        <pc:sldMkLst>
          <pc:docMk/>
          <pc:sldMk cId="3072018640" sldId="1703"/>
        </pc:sldMkLst>
      </pc:sldChg>
      <pc:sldMasterChg chg="modSldLayout sldLayoutOrd">
        <pc:chgData name="Lenni Lobel" userId="38f762f444469328" providerId="LiveId" clId="{46E69256-F034-49B3-BE19-125698F9F65A}" dt="2025-06-30T15:22:54.529" v="2"/>
        <pc:sldMasterMkLst>
          <pc:docMk/>
          <pc:sldMasterMk cId="2518731564" sldId="2147483775"/>
        </pc:sldMasterMkLst>
        <pc:sldLayoutChg chg="modSp mod ord">
          <pc:chgData name="Lenni Lobel" userId="38f762f444469328" providerId="LiveId" clId="{46E69256-F034-49B3-BE19-125698F9F65A}" dt="2025-06-30T15:22:54.529" v="2"/>
          <pc:sldLayoutMkLst>
            <pc:docMk/>
            <pc:sldMasterMk cId="2518731564" sldId="2147483775"/>
            <pc:sldLayoutMk cId="2105665496" sldId="2147483796"/>
          </pc:sldLayoutMkLst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2105665496" sldId="2147483796"/>
              <ac:spMk id="2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2105665496" sldId="2147483796"/>
              <ac:spMk id="3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2105665496" sldId="2147483796"/>
              <ac:spMk id="4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2105665496" sldId="2147483796"/>
              <ac:spMk id="5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2105665496" sldId="2147483796"/>
              <ac:spMk id="6" creationId="{00000000-0000-0000-0000-000000000000}"/>
            </ac:spMkLst>
          </pc:spChg>
        </pc:sldLayoutChg>
        <pc:sldLayoutChg chg="modSp mod ord">
          <pc:chgData name="Lenni Lobel" userId="38f762f444469328" providerId="LiveId" clId="{46E69256-F034-49B3-BE19-125698F9F65A}" dt="2025-06-30T15:22:54.529" v="2"/>
          <pc:sldLayoutMkLst>
            <pc:docMk/>
            <pc:sldMasterMk cId="2518731564" sldId="2147483775"/>
            <pc:sldLayoutMk cId="1544476050" sldId="2147483797"/>
          </pc:sldLayoutMkLst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544476050" sldId="2147483797"/>
              <ac:spMk id="2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544476050" sldId="2147483797"/>
              <ac:spMk id="3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544476050" sldId="2147483797"/>
              <ac:spMk id="4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544476050" sldId="2147483797"/>
              <ac:spMk id="5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544476050" sldId="2147483797"/>
              <ac:spMk id="6" creationId="{00000000-0000-0000-0000-000000000000}"/>
            </ac:spMkLst>
          </pc:spChg>
        </pc:sldLayoutChg>
        <pc:sldLayoutChg chg="modSp mod ord">
          <pc:chgData name="Lenni Lobel" userId="38f762f444469328" providerId="LiveId" clId="{46E69256-F034-49B3-BE19-125698F9F65A}" dt="2025-06-30T15:22:54.529" v="2"/>
          <pc:sldLayoutMkLst>
            <pc:docMk/>
            <pc:sldMasterMk cId="2518731564" sldId="2147483775"/>
            <pc:sldLayoutMk cId="1101550112" sldId="2147483798"/>
          </pc:sldLayoutMkLst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101550112" sldId="2147483798"/>
              <ac:spMk id="2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101550112" sldId="2147483798"/>
              <ac:spMk id="3" creationId="{00000000-0000-0000-0000-000000000000}"/>
            </ac:spMkLst>
          </pc:spChg>
          <pc:spChg chg="mod">
            <ac:chgData name="Lenni Lobel" userId="38f762f444469328" providerId="LiveId" clId="{46E69256-F034-49B3-BE19-125698F9F65A}" dt="2025-06-30T15:22:54.529" v="2"/>
            <ac:spMkLst>
              <pc:docMk/>
              <pc:sldMasterMk cId="2518731564" sldId="2147483775"/>
              <pc:sldLayoutMk cId="1101550112" sldId="2147483798"/>
              <ac:spMk id="4" creationId="{00000000-0000-0000-0000-000000000000}"/>
            </ac:spMkLst>
          </pc:spChg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1047671121" sldId="2147483779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3199946598" sldId="214748378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3987940991" sldId="214748378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3568680651" sldId="214748378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417616119" sldId="214748378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717368700" sldId="214748378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2079249327" sldId="214748378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1091896244" sldId="214748378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2862867554" sldId="214748378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1540021251" sldId="214748378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2149307042" sldId="214748378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047671121" sldId="2147483779"/>
            <pc:sldLayoutMk cId="65675127" sldId="2147483790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44.945" v="0" actId="47"/>
        <pc:sldMasterMkLst>
          <pc:docMk/>
          <pc:sldMasterMk cId="4115018939" sldId="2147483791"/>
        </pc:sldMasterMkLst>
        <pc:sldLayoutChg chg="del">
          <pc:chgData name="Lenni Lobel" userId="38f762f444469328" providerId="LiveId" clId="{46E69256-F034-49B3-BE19-125698F9F65A}" dt="2025-06-30T15:22:44.945" v="0" actId="47"/>
          <pc:sldLayoutMkLst>
            <pc:docMk/>
            <pc:sldMasterMk cId="4115018939" sldId="2147483791"/>
            <pc:sldLayoutMk cId="2571118618" sldId="2147483792"/>
          </pc:sldLayoutMkLst>
        </pc:sldLayoutChg>
        <pc:sldLayoutChg chg="del">
          <pc:chgData name="Lenni Lobel" userId="38f762f444469328" providerId="LiveId" clId="{46E69256-F034-49B3-BE19-125698F9F65A}" dt="2025-06-30T15:22:44.945" v="0" actId="47"/>
          <pc:sldLayoutMkLst>
            <pc:docMk/>
            <pc:sldMasterMk cId="4115018939" sldId="2147483791"/>
            <pc:sldLayoutMk cId="923157319" sldId="2147483793"/>
          </pc:sldLayoutMkLst>
        </pc:sldLayoutChg>
        <pc:sldLayoutChg chg="del">
          <pc:chgData name="Lenni Lobel" userId="38f762f444469328" providerId="LiveId" clId="{46E69256-F034-49B3-BE19-125698F9F65A}" dt="2025-06-30T15:22:44.945" v="0" actId="47"/>
          <pc:sldLayoutMkLst>
            <pc:docMk/>
            <pc:sldMasterMk cId="4115018939" sldId="2147483791"/>
            <pc:sldLayoutMk cId="1531805810" sldId="2147483794"/>
          </pc:sldLayoutMkLst>
        </pc:sldLayoutChg>
      </pc:sldMasterChg>
      <pc:sldMasterChg chg="del sldLayoutOrd">
        <pc:chgData name="Lenni Lobel" userId="38f762f444469328" providerId="LiveId" clId="{46E69256-F034-49B3-BE19-125698F9F65A}" dt="2025-06-30T15:22:54.608" v="3"/>
        <pc:sldMasterMkLst>
          <pc:docMk/>
          <pc:sldMasterMk cId="115116387" sldId="2147483795"/>
        </pc:sldMasterMkLst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2045827576" sldId="2147483799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670302441" sldId="214748380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842054543" sldId="214748380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876767671" sldId="214748380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834118492" sldId="214748380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4089522248" sldId="214748380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546076039" sldId="214748380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4261344898" sldId="214748380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4015363171" sldId="214748380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000961241" sldId="214748380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699873005" sldId="214748380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239376377" sldId="214748381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971294338" sldId="214748381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14943196" sldId="214748381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598538188" sldId="214748381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475393613" sldId="214748381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322659137" sldId="214748381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087904970" sldId="214748381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954994934" sldId="214748381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797324985" sldId="214748381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018444708" sldId="214748381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360146173" sldId="214748382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256476446" sldId="214748382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408017509" sldId="214748382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236446748" sldId="214748382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144612697" sldId="214748382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529103890" sldId="214748382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669495662" sldId="214748382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3171008991" sldId="214748382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403378307" sldId="214748382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440818390" sldId="214748382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045827576" sldId="2147483799"/>
            <pc:sldLayoutMk cId="2457620596" sldId="2147483831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804772485" sldId="2147483832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804772485" sldId="2147483832"/>
            <pc:sldLayoutMk cId="3097689556" sldId="214748383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804772485" sldId="2147483832"/>
            <pc:sldLayoutMk cId="3459860551" sldId="214748383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804772485" sldId="2147483832"/>
            <pc:sldLayoutMk cId="1896200771" sldId="214748383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804772485" sldId="2147483832"/>
            <pc:sldLayoutMk cId="2784996492" sldId="214748383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804772485" sldId="2147483832"/>
            <pc:sldLayoutMk cId="2923463593" sldId="214748383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804772485" sldId="2147483832"/>
            <pc:sldLayoutMk cId="1710262956" sldId="2147483838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2632560968" sldId="2147483839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829691914" sldId="214748384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1598625186" sldId="214748384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4025560046" sldId="214748384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1298207885" sldId="214748384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2521217061" sldId="214748384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1998979907" sldId="214748384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3603501103" sldId="214748384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2632560968" sldId="2147483839"/>
            <pc:sldLayoutMk cId="2266417744" sldId="2147483848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3792881508" sldId="2147483849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1116912675" sldId="214748385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2212483577" sldId="214748385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877850516" sldId="214748385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3026869074" sldId="214748385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3657362495" sldId="214748385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3509983997" sldId="214748385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82160759" sldId="214748385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4075466435" sldId="214748385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2805381667" sldId="214748385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2475268220" sldId="214748385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792881508" sldId="2147483849"/>
            <pc:sldLayoutMk cId="3399308677" sldId="2147483860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1589062292" sldId="2147483861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1934761624" sldId="214748386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4276584431" sldId="214748386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1967195725" sldId="214748386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1487610136" sldId="214748386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4107465186" sldId="214748386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3781034776" sldId="214748386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676182114" sldId="214748386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2246251291" sldId="214748386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564241433" sldId="214748387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3134999513" sldId="214748387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1589062292" sldId="2147483861"/>
            <pc:sldLayoutMk cId="4173548853" sldId="2147483872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3089426027" sldId="2147483884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501783841" sldId="214748388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2591883738" sldId="214748388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3825619136" sldId="214748388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2751665389" sldId="214748388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384690752" sldId="214748388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3799594695" sldId="214748389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2165745623" sldId="214748389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268255311" sldId="214748389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2628046701" sldId="214748389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3907447579" sldId="214748389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89426027" sldId="2147483884"/>
            <pc:sldLayoutMk cId="2007539109" sldId="2147483895"/>
          </pc:sldLayoutMkLst>
        </pc:sldLayoutChg>
      </pc:sldMasterChg>
      <pc:sldMasterChg chg="del delSldLayout">
        <pc:chgData name="Lenni Lobel" userId="38f762f444469328" providerId="LiveId" clId="{46E69256-F034-49B3-BE19-125698F9F65A}" dt="2025-06-30T15:22:54.466" v="1"/>
        <pc:sldMasterMkLst>
          <pc:docMk/>
          <pc:sldMasterMk cId="3013348017" sldId="2147483900"/>
        </pc:sldMasterMkLst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4235382154" sldId="214748390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616993156" sldId="214748390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537098128" sldId="214748390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117022210" sldId="214748390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708663553" sldId="214748390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530025084" sldId="214748390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232193894" sldId="214748390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399280655" sldId="214748390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861853917" sldId="214748390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257584805" sldId="214748391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651573487" sldId="214748391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129728861" sldId="214748391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643625937" sldId="214748391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579680837" sldId="214748391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68835013" sldId="214748391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064626355" sldId="214748391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796767600" sldId="214748391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595089904" sldId="214748391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848599537" sldId="214748391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158228379" sldId="214748392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959946777" sldId="214748392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590170382" sldId="214748392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4280012182" sldId="214748392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179457262" sldId="214748392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348537750" sldId="214748392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82109986" sldId="214748392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79446968" sldId="214748392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872855428" sldId="214748392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425980996" sldId="214748392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672712183" sldId="214748393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849697637" sldId="214748393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178544899" sldId="214748393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415672310" sldId="214748393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238012079" sldId="214748393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526940393" sldId="214748393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161008744" sldId="214748393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324328088" sldId="214748393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4015346910" sldId="214748393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200417909" sldId="214748393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4083961796" sldId="214748394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346625472" sldId="2147483941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66998981" sldId="2147483942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627630355" sldId="2147483943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242336663" sldId="2147483944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58956338" sldId="2147483945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777356034" sldId="2147483946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263101422" sldId="2147483947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2630338145" sldId="2147483948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708132304" sldId="2147483949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3094118644" sldId="2147483950"/>
          </pc:sldLayoutMkLst>
        </pc:sldLayoutChg>
        <pc:sldLayoutChg chg="del">
          <pc:chgData name="Lenni Lobel" userId="38f762f444469328" providerId="LiveId" clId="{46E69256-F034-49B3-BE19-125698F9F65A}" dt="2025-06-30T15:22:54.466" v="1"/>
          <pc:sldLayoutMkLst>
            <pc:docMk/>
            <pc:sldMasterMk cId="3013348017" sldId="2147483900"/>
            <pc:sldLayoutMk cId="1498830094" sldId="2147483951"/>
          </pc:sldLayoutMkLst>
        </pc:sldLayoutChg>
      </pc:sldMasterChg>
      <pc:sldMasterChg chg="delSldLayout">
        <pc:chgData name="Lenni Lobel" userId="38f762f444469328" providerId="LiveId" clId="{46E69256-F034-49B3-BE19-125698F9F65A}" dt="2025-06-30T15:25:44.330" v="5" actId="47"/>
        <pc:sldMasterMkLst>
          <pc:docMk/>
          <pc:sldMasterMk cId="1053640943" sldId="2147483952"/>
        </pc:sldMasterMkLst>
        <pc:sldLayoutChg chg="del">
          <pc:chgData name="Lenni Lobel" userId="38f762f444469328" providerId="LiveId" clId="{46E69256-F034-49B3-BE19-125698F9F65A}" dt="2025-06-30T15:25:44.330" v="5" actId="47"/>
          <pc:sldLayoutMkLst>
            <pc:docMk/>
            <pc:sldMasterMk cId="1053640943" sldId="2147483952"/>
            <pc:sldLayoutMk cId="638303109" sldId="2147483962"/>
          </pc:sldLayoutMkLst>
        </pc:sldLayoutChg>
      </pc:sldMasterChg>
    </pc:docChg>
  </pc:docChgLst>
  <pc:docChgLst>
    <pc:chgData name="Lenni Lobel" userId="38f762f444469328" providerId="LiveId" clId="{21A07A50-C5BB-4880-864A-883F98CDDA4F}"/>
    <pc:docChg chg="undo custSel addSld delSld modSld sldOrd modSection">
      <pc:chgData name="Lenni Lobel" userId="38f762f444469328" providerId="LiveId" clId="{21A07A50-C5BB-4880-864A-883F98CDDA4F}" dt="2024-02-25T14:47:54.435" v="148" actId="20577"/>
      <pc:docMkLst>
        <pc:docMk/>
      </pc:docMkLst>
      <pc:sldChg chg="addSp modSp add mod ord">
        <pc:chgData name="Lenni Lobel" userId="38f762f444469328" providerId="LiveId" clId="{21A07A50-C5BB-4880-864A-883F98CDDA4F}" dt="2024-02-25T14:42:02.411" v="140" actId="1035"/>
        <pc:sldMkLst>
          <pc:docMk/>
          <pc:sldMk cId="405188728" sldId="258"/>
        </pc:sldMkLst>
      </pc:sldChg>
      <pc:sldChg chg="modSp">
        <pc:chgData name="Lenni Lobel" userId="38f762f444469328" providerId="LiveId" clId="{21A07A50-C5BB-4880-864A-883F98CDDA4F}" dt="2024-02-25T14:47:54.435" v="148" actId="20577"/>
        <pc:sldMkLst>
          <pc:docMk/>
          <pc:sldMk cId="2234205357" sldId="471"/>
        </pc:sldMkLst>
      </pc:sldChg>
      <pc:sldChg chg="del">
        <pc:chgData name="Lenni Lobel" userId="38f762f444469328" providerId="LiveId" clId="{21A07A50-C5BB-4880-864A-883F98CDDA4F}" dt="2024-02-25T14:45:22.544" v="141" actId="47"/>
        <pc:sldMkLst>
          <pc:docMk/>
          <pc:sldMk cId="3156928707" sldId="1646"/>
        </pc:sldMkLst>
      </pc:sldChg>
    </pc:docChg>
  </pc:docChgLst>
  <pc:docChgLst>
    <pc:chgData name="Lenni Lobel" userId="38f762f444469328" providerId="LiveId" clId="{0CF865C5-E438-45A8-82E8-70C21F5D57E1}"/>
    <pc:docChg chg="undo custSel modSld">
      <pc:chgData name="Lenni Lobel" userId="38f762f444469328" providerId="LiveId" clId="{0CF865C5-E438-45A8-82E8-70C21F5D57E1}" dt="2023-03-19T16:19:40.413" v="20" actId="20577"/>
      <pc:docMkLst>
        <pc:docMk/>
      </pc:docMkLst>
      <pc:sldChg chg="modSp">
        <pc:chgData name="Lenni Lobel" userId="38f762f444469328" providerId="LiveId" clId="{0CF865C5-E438-45A8-82E8-70C21F5D57E1}" dt="2023-03-19T16:19:40.413" v="20" actId="20577"/>
        <pc:sldMkLst>
          <pc:docMk/>
          <pc:sldMk cId="326775621" sldId="1582"/>
        </pc:sldMkLst>
      </pc:sldChg>
      <pc:sldChg chg="modSp modAnim">
        <pc:chgData name="Lenni Lobel" userId="38f762f444469328" providerId="LiveId" clId="{0CF865C5-E438-45A8-82E8-70C21F5D57E1}" dt="2023-03-04T23:27:45.156" v="9" actId="6549"/>
        <pc:sldMkLst>
          <pc:docMk/>
          <pc:sldMk cId="4286446688" sldId="1641"/>
        </pc:sldMkLst>
      </pc:sldChg>
      <pc:sldChg chg="mod modShow">
        <pc:chgData name="Lenni Lobel" userId="38f762f444469328" providerId="LiveId" clId="{0CF865C5-E438-45A8-82E8-70C21F5D57E1}" dt="2023-03-04T23:27:29.892" v="3" actId="729"/>
        <pc:sldMkLst>
          <pc:docMk/>
          <pc:sldMk cId="3587396990" sldId="1642"/>
        </pc:sldMkLst>
      </pc:sldChg>
      <pc:sldChg chg="mod modShow">
        <pc:chgData name="Lenni Lobel" userId="38f762f444469328" providerId="LiveId" clId="{0CF865C5-E438-45A8-82E8-70C21F5D57E1}" dt="2023-03-04T23:27:29.892" v="3" actId="729"/>
        <pc:sldMkLst>
          <pc:docMk/>
          <pc:sldMk cId="717427529" sldId="1643"/>
        </pc:sldMkLst>
      </pc:sldChg>
    </pc:docChg>
  </pc:docChgLst>
  <pc:docChgLst>
    <pc:chgData name="Lenni Lobel" userId="38f762f444469328" providerId="LiveId" clId="{FF1B137F-0F79-423C-9FD8-3B8CDC92FA1F}"/>
    <pc:docChg chg="undo custSel addSld delSld modSld modSection">
      <pc:chgData name="Lenni Lobel" userId="38f762f444469328" providerId="LiveId" clId="{FF1B137F-0F79-423C-9FD8-3B8CDC92FA1F}" dt="2024-11-16T22:26:08.504" v="267" actId="27636"/>
      <pc:docMkLst>
        <pc:docMk/>
      </pc:docMkLst>
      <pc:sldChg chg="modSp mod">
        <pc:chgData name="Lenni Lobel" userId="38f762f444469328" providerId="LiveId" clId="{FF1B137F-0F79-423C-9FD8-3B8CDC92FA1F}" dt="2024-11-16T15:32:04.021" v="3" actId="20577"/>
        <pc:sldMkLst>
          <pc:docMk/>
          <pc:sldMk cId="1465299317" sldId="265"/>
        </pc:sldMkLst>
      </pc:sldChg>
      <pc:sldChg chg="modSp mod">
        <pc:chgData name="Lenni Lobel" userId="38f762f444469328" providerId="LiveId" clId="{FF1B137F-0F79-423C-9FD8-3B8CDC92FA1F}" dt="2024-11-16T18:01:38.756" v="17" actId="20577"/>
        <pc:sldMkLst>
          <pc:docMk/>
          <pc:sldMk cId="863559530" sldId="715"/>
        </pc:sldMkLst>
      </pc:sldChg>
      <pc:sldChg chg="del">
        <pc:chgData name="Lenni Lobel" userId="38f762f444469328" providerId="LiveId" clId="{FF1B137F-0F79-423C-9FD8-3B8CDC92FA1F}" dt="2024-11-16T18:04:55.047" v="34" actId="47"/>
        <pc:sldMkLst>
          <pc:docMk/>
          <pc:sldMk cId="2756686352" sldId="799"/>
        </pc:sldMkLst>
      </pc:sldChg>
      <pc:sldChg chg="modSp mod">
        <pc:chgData name="Lenni Lobel" userId="38f762f444469328" providerId="LiveId" clId="{FF1B137F-0F79-423C-9FD8-3B8CDC92FA1F}" dt="2024-11-16T15:35:10.789" v="8" actId="6549"/>
        <pc:sldMkLst>
          <pc:docMk/>
          <pc:sldMk cId="409893606" sldId="1166"/>
        </pc:sldMkLst>
      </pc:sldChg>
      <pc:sldChg chg="modSp mod">
        <pc:chgData name="Lenni Lobel" userId="38f762f444469328" providerId="LiveId" clId="{FF1B137F-0F79-423C-9FD8-3B8CDC92FA1F}" dt="2024-11-16T15:35:16.677" v="9" actId="6549"/>
        <pc:sldMkLst>
          <pc:docMk/>
          <pc:sldMk cId="231659459" sldId="1172"/>
        </pc:sldMkLst>
      </pc:sldChg>
      <pc:sldChg chg="modSp mod">
        <pc:chgData name="Lenni Lobel" userId="38f762f444469328" providerId="LiveId" clId="{FF1B137F-0F79-423C-9FD8-3B8CDC92FA1F}" dt="2024-11-16T15:34:12.485" v="6" actId="27636"/>
        <pc:sldMkLst>
          <pc:docMk/>
          <pc:sldMk cId="2996001791" sldId="1182"/>
        </pc:sldMkLst>
      </pc:sldChg>
      <pc:sldChg chg="modSp mod">
        <pc:chgData name="Lenni Lobel" userId="38f762f444469328" providerId="LiveId" clId="{FF1B137F-0F79-423C-9FD8-3B8CDC92FA1F}" dt="2024-11-16T15:34:12.499" v="7" actId="27636"/>
        <pc:sldMkLst>
          <pc:docMk/>
          <pc:sldMk cId="3666036936" sldId="1183"/>
        </pc:sldMkLst>
      </pc:sldChg>
      <pc:sldChg chg="modSp mod">
        <pc:chgData name="Lenni Lobel" userId="38f762f444469328" providerId="LiveId" clId="{FF1B137F-0F79-423C-9FD8-3B8CDC92FA1F}" dt="2024-11-16T22:26:08.504" v="267" actId="27636"/>
        <pc:sldMkLst>
          <pc:docMk/>
          <pc:sldMk cId="1449874890" sldId="1277"/>
        </pc:sldMkLst>
      </pc:sldChg>
      <pc:sldChg chg="modSp mod">
        <pc:chgData name="Lenni Lobel" userId="38f762f444469328" providerId="LiveId" clId="{FF1B137F-0F79-423C-9FD8-3B8CDC92FA1F}" dt="2024-11-16T15:34:12.452" v="5" actId="27636"/>
        <pc:sldMkLst>
          <pc:docMk/>
          <pc:sldMk cId="894877873" sldId="1307"/>
        </pc:sldMkLst>
      </pc:sldChg>
      <pc:sldChg chg="del">
        <pc:chgData name="Lenni Lobel" userId="38f762f444469328" providerId="LiveId" clId="{FF1B137F-0F79-423C-9FD8-3B8CDC92FA1F}" dt="2024-11-16T22:11:48.147" v="221" actId="47"/>
        <pc:sldMkLst>
          <pc:docMk/>
          <pc:sldMk cId="3165596417" sldId="1334"/>
        </pc:sldMkLst>
      </pc:sldChg>
      <pc:sldChg chg="del">
        <pc:chgData name="Lenni Lobel" userId="38f762f444469328" providerId="LiveId" clId="{FF1B137F-0F79-423C-9FD8-3B8CDC92FA1F}" dt="2024-11-16T22:11:48.147" v="221" actId="47"/>
        <pc:sldMkLst>
          <pc:docMk/>
          <pc:sldMk cId="2666892587" sldId="1336"/>
        </pc:sldMkLst>
      </pc:sldChg>
      <pc:sldChg chg="del">
        <pc:chgData name="Lenni Lobel" userId="38f762f444469328" providerId="LiveId" clId="{FF1B137F-0F79-423C-9FD8-3B8CDC92FA1F}" dt="2024-11-16T21:08:11.308" v="115" actId="47"/>
        <pc:sldMkLst>
          <pc:docMk/>
          <pc:sldMk cId="3999115612" sldId="1356"/>
        </pc:sldMkLst>
      </pc:sldChg>
      <pc:sldChg chg="addSp delSp modSp mod delAnim modAnim">
        <pc:chgData name="Lenni Lobel" userId="38f762f444469328" providerId="LiveId" clId="{FF1B137F-0F79-423C-9FD8-3B8CDC92FA1F}" dt="2024-11-16T22:07:54.834" v="220" actId="1035"/>
        <pc:sldMkLst>
          <pc:docMk/>
          <pc:sldMk cId="2156179957" sldId="1357"/>
        </pc:sldMkLst>
      </pc:sldChg>
      <pc:sldChg chg="modSp mod">
        <pc:chgData name="Lenni Lobel" userId="38f762f444469328" providerId="LiveId" clId="{FF1B137F-0F79-423C-9FD8-3B8CDC92FA1F}" dt="2024-11-16T17:44:08.940" v="13" actId="1076"/>
        <pc:sldMkLst>
          <pc:docMk/>
          <pc:sldMk cId="557627917" sldId="1593"/>
        </pc:sldMkLst>
      </pc:sldChg>
      <pc:sldChg chg="modSp">
        <pc:chgData name="Lenni Lobel" userId="38f762f444469328" providerId="LiveId" clId="{FF1B137F-0F79-423C-9FD8-3B8CDC92FA1F}" dt="2024-11-16T18:14:27.672" v="36" actId="6549"/>
        <pc:sldMkLst>
          <pc:docMk/>
          <pc:sldMk cId="2245665699" sldId="1628"/>
        </pc:sldMkLst>
      </pc:sldChg>
      <pc:sldChg chg="modSp">
        <pc:chgData name="Lenni Lobel" userId="38f762f444469328" providerId="LiveId" clId="{FF1B137F-0F79-423C-9FD8-3B8CDC92FA1F}" dt="2024-11-16T15:34:12.097" v="4" actId="6549"/>
        <pc:sldMkLst>
          <pc:docMk/>
          <pc:sldMk cId="3272392481" sldId="1669"/>
        </pc:sldMkLst>
      </pc:sldChg>
      <pc:sldChg chg="modSp">
        <pc:chgData name="Lenni Lobel" userId="38f762f444469328" providerId="LiveId" clId="{FF1B137F-0F79-423C-9FD8-3B8CDC92FA1F}" dt="2024-11-16T18:04:44.541" v="33" actId="20577"/>
        <pc:sldMkLst>
          <pc:docMk/>
          <pc:sldMk cId="664066790" sldId="1676"/>
        </pc:sldMkLst>
      </pc:sldChg>
      <pc:sldChg chg="addSp delSp modSp mod delAnim">
        <pc:chgData name="Lenni Lobel" userId="38f762f444469328" providerId="LiveId" clId="{FF1B137F-0F79-423C-9FD8-3B8CDC92FA1F}" dt="2024-11-16T22:15:10.711" v="256" actId="1076"/>
        <pc:sldMkLst>
          <pc:docMk/>
          <pc:sldMk cId="2047650180" sldId="1685"/>
        </pc:sldMkLst>
      </pc:sldChg>
      <pc:sldChg chg="del">
        <pc:chgData name="Lenni Lobel" userId="38f762f444469328" providerId="LiveId" clId="{FF1B137F-0F79-423C-9FD8-3B8CDC92FA1F}" dt="2024-11-16T22:14:26.196" v="222" actId="47"/>
        <pc:sldMkLst>
          <pc:docMk/>
          <pc:sldMk cId="3698567976" sldId="1686"/>
        </pc:sldMkLst>
      </pc:sldChg>
      <pc:sldChg chg="addSp delSp modSp mod delAnim modAnim">
        <pc:chgData name="Lenni Lobel" userId="38f762f444469328" providerId="LiveId" clId="{FF1B137F-0F79-423C-9FD8-3B8CDC92FA1F}" dt="2024-11-16T22:02:25.150" v="188"/>
        <pc:sldMkLst>
          <pc:docMk/>
          <pc:sldMk cId="1075295047" sldId="1689"/>
        </pc:sldMkLst>
      </pc:sldChg>
      <pc:sldChg chg="del">
        <pc:chgData name="Lenni Lobel" userId="38f762f444469328" providerId="LiveId" clId="{FF1B137F-0F79-423C-9FD8-3B8CDC92FA1F}" dt="2024-11-16T22:11:48.147" v="221" actId="47"/>
        <pc:sldMkLst>
          <pc:docMk/>
          <pc:sldMk cId="3452433250" sldId="1694"/>
        </pc:sldMkLst>
      </pc:sldChg>
      <pc:sldChg chg="addSp delSp modSp add mod delAnim modAnim">
        <pc:chgData name="Lenni Lobel" userId="38f762f444469328" providerId="LiveId" clId="{FF1B137F-0F79-423C-9FD8-3B8CDC92FA1F}" dt="2024-11-16T18:24:28.704" v="95" actId="208"/>
        <pc:sldMkLst>
          <pc:docMk/>
          <pc:sldMk cId="623891733" sldId="1695"/>
        </pc:sldMkLst>
      </pc:sldChg>
      <pc:sldChg chg="addSp modSp add del modAnim">
        <pc:chgData name="Lenni Lobel" userId="38f762f444469328" providerId="LiveId" clId="{FF1B137F-0F79-423C-9FD8-3B8CDC92FA1F}" dt="2024-11-16T21:05:07.029" v="99"/>
        <pc:sldMkLst>
          <pc:docMk/>
          <pc:sldMk cId="2938020954" sldId="1696"/>
        </pc:sldMkLst>
      </pc:sldChg>
      <pc:sldChg chg="modSp add mod">
        <pc:chgData name="Lenni Lobel" userId="38f762f444469328" providerId="LiveId" clId="{FF1B137F-0F79-423C-9FD8-3B8CDC92FA1F}" dt="2024-11-16T21:08:06.137" v="114" actId="1076"/>
        <pc:sldMkLst>
          <pc:docMk/>
          <pc:sldMk cId="3405681203" sldId="1696"/>
        </pc:sldMkLst>
      </pc:sldChg>
    </pc:docChg>
  </pc:docChgLst>
  <pc:docChgLst>
    <pc:chgData name="Lenni Lobel" userId="38f762f444469328" providerId="LiveId" clId="{3232E303-92D8-4DAA-AA5E-CEE97877492A}"/>
    <pc:docChg chg="undo redo custSel addSld delSld modSld sldOrd modSection">
      <pc:chgData name="Lenni Lobel" userId="38f762f444469328" providerId="LiveId" clId="{3232E303-92D8-4DAA-AA5E-CEE97877492A}" dt="2022-12-04T21:15:39.591" v="816" actId="47"/>
      <pc:docMkLst>
        <pc:docMk/>
      </pc:docMkLst>
      <pc:sldChg chg="mod modShow">
        <pc:chgData name="Lenni Lobel" userId="38f762f444469328" providerId="LiveId" clId="{3232E303-92D8-4DAA-AA5E-CEE97877492A}" dt="2022-12-01T14:24:58.558" v="773" actId="729"/>
        <pc:sldMkLst>
          <pc:docMk/>
          <pc:sldMk cId="1273899511" sldId="467"/>
        </pc:sldMkLst>
      </pc:sldChg>
      <pc:sldChg chg="delSp mod">
        <pc:chgData name="Lenni Lobel" userId="38f762f444469328" providerId="LiveId" clId="{3232E303-92D8-4DAA-AA5E-CEE97877492A}" dt="2022-11-25T17:00:13.396" v="621" actId="478"/>
        <pc:sldMkLst>
          <pc:docMk/>
          <pc:sldMk cId="2149829571" sldId="487"/>
        </pc:sldMkLst>
      </pc:sldChg>
      <pc:sldChg chg="delSp mod">
        <pc:chgData name="Lenni Lobel" userId="38f762f444469328" providerId="LiveId" clId="{3232E303-92D8-4DAA-AA5E-CEE97877492A}" dt="2022-11-25T17:00:17.319" v="622" actId="478"/>
        <pc:sldMkLst>
          <pc:docMk/>
          <pc:sldMk cId="1815639940" sldId="490"/>
        </pc:sldMkLst>
      </pc:sldChg>
      <pc:sldChg chg="delSp mod">
        <pc:chgData name="Lenni Lobel" userId="38f762f444469328" providerId="LiveId" clId="{3232E303-92D8-4DAA-AA5E-CEE97877492A}" dt="2022-11-25T17:00:21.379" v="623" actId="478"/>
        <pc:sldMkLst>
          <pc:docMk/>
          <pc:sldMk cId="2715893279" sldId="491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1146124612" sldId="673"/>
        </pc:sldMkLst>
      </pc:sldChg>
      <pc:sldChg chg="modSp mod modAnim">
        <pc:chgData name="Lenni Lobel" userId="38f762f444469328" providerId="LiveId" clId="{3232E303-92D8-4DAA-AA5E-CEE97877492A}" dt="2022-11-25T17:06:22.635" v="655" actId="27636"/>
        <pc:sldMkLst>
          <pc:docMk/>
          <pc:sldMk cId="2553696151" sldId="696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2500689828" sldId="774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1881298854" sldId="775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668841087" sldId="776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4080752136" sldId="777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3423332956" sldId="778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2076454476" sldId="779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3569979611" sldId="781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240984760" sldId="782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292705397" sldId="783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1184452326" sldId="784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114076670" sldId="798"/>
        </pc:sldMkLst>
      </pc:sldChg>
      <pc:sldChg chg="del">
        <pc:chgData name="Lenni Lobel" userId="38f762f444469328" providerId="LiveId" clId="{3232E303-92D8-4DAA-AA5E-CEE97877492A}" dt="2022-11-25T17:05:50.067" v="624" actId="47"/>
        <pc:sldMkLst>
          <pc:docMk/>
          <pc:sldMk cId="2826601830" sldId="894"/>
        </pc:sldMkLst>
      </pc:sldChg>
      <pc:sldChg chg="delSp mod">
        <pc:chgData name="Lenni Lobel" userId="38f762f444469328" providerId="LiveId" clId="{3232E303-92D8-4DAA-AA5E-CEE97877492A}" dt="2022-11-25T17:09:25.480" v="656" actId="478"/>
        <pc:sldMkLst>
          <pc:docMk/>
          <pc:sldMk cId="3856491425" sldId="1051"/>
        </pc:sldMkLst>
      </pc:sldChg>
      <pc:sldChg chg="addSp delSp modSp mod">
        <pc:chgData name="Lenni Lobel" userId="38f762f444469328" providerId="LiveId" clId="{3232E303-92D8-4DAA-AA5E-CEE97877492A}" dt="2022-11-25T14:56:44.184" v="167" actId="167"/>
        <pc:sldMkLst>
          <pc:docMk/>
          <pc:sldMk cId="124552020" sldId="1214"/>
        </pc:sldMkLst>
      </pc:sldChg>
      <pc:sldChg chg="addSp delSp mod">
        <pc:chgData name="Lenni Lobel" userId="38f762f444469328" providerId="LiveId" clId="{3232E303-92D8-4DAA-AA5E-CEE97877492A}" dt="2022-11-25T14:57:48.361" v="174" actId="22"/>
        <pc:sldMkLst>
          <pc:docMk/>
          <pc:sldMk cId="1759951761" sldId="1215"/>
        </pc:sldMkLst>
      </pc:sldChg>
      <pc:sldChg chg="addSp delSp mod">
        <pc:chgData name="Lenni Lobel" userId="38f762f444469328" providerId="LiveId" clId="{3232E303-92D8-4DAA-AA5E-CEE97877492A}" dt="2022-11-25T14:57:33.326" v="172" actId="22"/>
        <pc:sldMkLst>
          <pc:docMk/>
          <pc:sldMk cId="4154463626" sldId="1218"/>
        </pc:sldMkLst>
      </pc:sldChg>
      <pc:sldChg chg="modSp">
        <pc:chgData name="Lenni Lobel" userId="38f762f444469328" providerId="LiveId" clId="{3232E303-92D8-4DAA-AA5E-CEE97877492A}" dt="2022-11-26T04:02:06.766" v="662" actId="6549"/>
        <pc:sldMkLst>
          <pc:docMk/>
          <pc:sldMk cId="944666765" sldId="1241"/>
        </pc:sldMkLst>
      </pc:sldChg>
      <pc:sldChg chg="addSp delSp modSp mod delAnim">
        <pc:chgData name="Lenni Lobel" userId="38f762f444469328" providerId="LiveId" clId="{3232E303-92D8-4DAA-AA5E-CEE97877492A}" dt="2022-12-01T14:21:10.522" v="745" actId="167"/>
        <pc:sldMkLst>
          <pc:docMk/>
          <pc:sldMk cId="257555050" sldId="1250"/>
        </pc:sldMkLst>
      </pc:sldChg>
      <pc:sldChg chg="mod modShow">
        <pc:chgData name="Lenni Lobel" userId="38f762f444469328" providerId="LiveId" clId="{3232E303-92D8-4DAA-AA5E-CEE97877492A}" dt="2022-12-01T14:11:04.826" v="710" actId="729"/>
        <pc:sldMkLst>
          <pc:docMk/>
          <pc:sldMk cId="2516154938" sldId="1251"/>
        </pc:sldMkLst>
      </pc:sldChg>
      <pc:sldChg chg="addSp delSp modSp mod ord modAnim">
        <pc:chgData name="Lenni Lobel" userId="38f762f444469328" providerId="LiveId" clId="{3232E303-92D8-4DAA-AA5E-CEE97877492A}" dt="2022-12-01T14:26:14.901" v="775"/>
        <pc:sldMkLst>
          <pc:docMk/>
          <pc:sldMk cId="4288257296" sldId="1252"/>
        </pc:sldMkLst>
      </pc:sldChg>
      <pc:sldChg chg="del">
        <pc:chgData name="Lenni Lobel" userId="38f762f444469328" providerId="LiveId" clId="{3232E303-92D8-4DAA-AA5E-CEE97877492A}" dt="2022-11-25T16:06:25.261" v="537" actId="47"/>
        <pc:sldMkLst>
          <pc:docMk/>
          <pc:sldMk cId="1704917412" sldId="1253"/>
        </pc:sldMkLst>
      </pc:sldChg>
      <pc:sldChg chg="del">
        <pc:chgData name="Lenni Lobel" userId="38f762f444469328" providerId="LiveId" clId="{3232E303-92D8-4DAA-AA5E-CEE97877492A}" dt="2022-11-25T16:06:25.261" v="537" actId="47"/>
        <pc:sldMkLst>
          <pc:docMk/>
          <pc:sldMk cId="2489387031" sldId="1254"/>
        </pc:sldMkLst>
      </pc:sldChg>
      <pc:sldChg chg="addSp delSp modSp mod modAnim">
        <pc:chgData name="Lenni Lobel" userId="38f762f444469328" providerId="LiveId" clId="{3232E303-92D8-4DAA-AA5E-CEE97877492A}" dt="2022-12-01T14:09:07.589" v="706" actId="14100"/>
        <pc:sldMkLst>
          <pc:docMk/>
          <pc:sldMk cId="226609424" sldId="1255"/>
        </pc:sldMkLst>
      </pc:sldChg>
      <pc:sldChg chg="mod modShow">
        <pc:chgData name="Lenni Lobel" userId="38f762f444469328" providerId="LiveId" clId="{3232E303-92D8-4DAA-AA5E-CEE97877492A}" dt="2022-12-01T14:14:23.703" v="728" actId="729"/>
        <pc:sldMkLst>
          <pc:docMk/>
          <pc:sldMk cId="486988408" sldId="1256"/>
        </pc:sldMkLst>
      </pc:sldChg>
      <pc:sldChg chg="mod modShow">
        <pc:chgData name="Lenni Lobel" userId="38f762f444469328" providerId="LiveId" clId="{3232E303-92D8-4DAA-AA5E-CEE97877492A}" dt="2022-12-01T14:14:23.703" v="728" actId="729"/>
        <pc:sldMkLst>
          <pc:docMk/>
          <pc:sldMk cId="2422849364" sldId="1257"/>
        </pc:sldMkLst>
      </pc:sldChg>
      <pc:sldChg chg="mod modShow">
        <pc:chgData name="Lenni Lobel" userId="38f762f444469328" providerId="LiveId" clId="{3232E303-92D8-4DAA-AA5E-CEE97877492A}" dt="2022-12-01T14:14:23.703" v="728" actId="729"/>
        <pc:sldMkLst>
          <pc:docMk/>
          <pc:sldMk cId="2804235195" sldId="1258"/>
        </pc:sldMkLst>
      </pc:sldChg>
      <pc:sldChg chg="del">
        <pc:chgData name="Lenni Lobel" userId="38f762f444469328" providerId="LiveId" clId="{3232E303-92D8-4DAA-AA5E-CEE97877492A}" dt="2022-11-25T16:59:02.169" v="616" actId="47"/>
        <pc:sldMkLst>
          <pc:docMk/>
          <pc:sldMk cId="441870844" sldId="1261"/>
        </pc:sldMkLst>
      </pc:sldChg>
      <pc:sldChg chg="del">
        <pc:chgData name="Lenni Lobel" userId="38f762f444469328" providerId="LiveId" clId="{3232E303-92D8-4DAA-AA5E-CEE97877492A}" dt="2022-11-25T16:59:02.169" v="616" actId="47"/>
        <pc:sldMkLst>
          <pc:docMk/>
          <pc:sldMk cId="3447998500" sldId="1263"/>
        </pc:sldMkLst>
      </pc:sldChg>
      <pc:sldChg chg="mod modShow">
        <pc:chgData name="Lenni Lobel" userId="38f762f444469328" providerId="LiveId" clId="{3232E303-92D8-4DAA-AA5E-CEE97877492A}" dt="2022-12-01T14:24:58.558" v="773" actId="729"/>
        <pc:sldMkLst>
          <pc:docMk/>
          <pc:sldMk cId="3354810834" sldId="1265"/>
        </pc:sldMkLst>
      </pc:sldChg>
      <pc:sldChg chg="mod modShow">
        <pc:chgData name="Lenni Lobel" userId="38f762f444469328" providerId="LiveId" clId="{3232E303-92D8-4DAA-AA5E-CEE97877492A}" dt="2022-12-01T14:24:58.558" v="773" actId="729"/>
        <pc:sldMkLst>
          <pc:docMk/>
          <pc:sldMk cId="194946066" sldId="1266"/>
        </pc:sldMkLst>
      </pc:sldChg>
      <pc:sldChg chg="mod modShow">
        <pc:chgData name="Lenni Lobel" userId="38f762f444469328" providerId="LiveId" clId="{3232E303-92D8-4DAA-AA5E-CEE97877492A}" dt="2022-12-01T14:24:58.558" v="773" actId="729"/>
        <pc:sldMkLst>
          <pc:docMk/>
          <pc:sldMk cId="2319194892" sldId="1267"/>
        </pc:sldMkLst>
      </pc:sldChg>
      <pc:sldChg chg="del">
        <pc:chgData name="Lenni Lobel" userId="38f762f444469328" providerId="LiveId" clId="{3232E303-92D8-4DAA-AA5E-CEE97877492A}" dt="2022-11-25T17:19:10.540" v="661" actId="47"/>
        <pc:sldMkLst>
          <pc:docMk/>
          <pc:sldMk cId="2771119962" sldId="1303"/>
        </pc:sldMkLst>
      </pc:sldChg>
      <pc:sldChg chg="addSp delSp modSp del mod delAnim">
        <pc:chgData name="Lenni Lobel" userId="38f762f444469328" providerId="LiveId" clId="{3232E303-92D8-4DAA-AA5E-CEE97877492A}" dt="2022-11-25T15:03:26.515" v="181" actId="47"/>
        <pc:sldMkLst>
          <pc:docMk/>
          <pc:sldMk cId="1749329253" sldId="1310"/>
        </pc:sldMkLst>
      </pc:sldChg>
      <pc:sldChg chg="addSp delSp modSp mod">
        <pc:chgData name="Lenni Lobel" userId="38f762f444469328" providerId="LiveId" clId="{3232E303-92D8-4DAA-AA5E-CEE97877492A}" dt="2022-11-25T15:05:43.403" v="198" actId="1036"/>
        <pc:sldMkLst>
          <pc:docMk/>
          <pc:sldMk cId="1588256254" sldId="1311"/>
        </pc:sldMkLst>
      </pc:sldChg>
      <pc:sldChg chg="addSp delSp modSp mod">
        <pc:chgData name="Lenni Lobel" userId="38f762f444469328" providerId="LiveId" clId="{3232E303-92D8-4DAA-AA5E-CEE97877492A}" dt="2022-11-25T15:05:59.232" v="201" actId="167"/>
        <pc:sldMkLst>
          <pc:docMk/>
          <pc:sldMk cId="1650591486" sldId="1312"/>
        </pc:sldMkLst>
      </pc:sldChg>
      <pc:sldChg chg="addSp delSp modSp mod">
        <pc:chgData name="Lenni Lobel" userId="38f762f444469328" providerId="LiveId" clId="{3232E303-92D8-4DAA-AA5E-CEE97877492A}" dt="2022-11-25T15:06:31.924" v="206" actId="167"/>
        <pc:sldMkLst>
          <pc:docMk/>
          <pc:sldMk cId="2198811328" sldId="1313"/>
        </pc:sldMkLst>
      </pc:sldChg>
      <pc:sldChg chg="addSp delSp modSp mod">
        <pc:chgData name="Lenni Lobel" userId="38f762f444469328" providerId="LiveId" clId="{3232E303-92D8-4DAA-AA5E-CEE97877492A}" dt="2022-11-25T15:06:57.081" v="210" actId="22"/>
        <pc:sldMkLst>
          <pc:docMk/>
          <pc:sldMk cId="2251754419" sldId="1314"/>
        </pc:sldMkLst>
      </pc:sldChg>
      <pc:sldChg chg="addSp delSp modSp del mod">
        <pc:chgData name="Lenni Lobel" userId="38f762f444469328" providerId="LiveId" clId="{3232E303-92D8-4DAA-AA5E-CEE97877492A}" dt="2022-11-25T15:29:48.943" v="367" actId="47"/>
        <pc:sldMkLst>
          <pc:docMk/>
          <pc:sldMk cId="3316348869" sldId="1542"/>
        </pc:sldMkLst>
      </pc:sldChg>
      <pc:sldChg chg="del">
        <pc:chgData name="Lenni Lobel" userId="38f762f444469328" providerId="LiveId" clId="{3232E303-92D8-4DAA-AA5E-CEE97877492A}" dt="2022-11-25T15:29:48.943" v="367" actId="47"/>
        <pc:sldMkLst>
          <pc:docMk/>
          <pc:sldMk cId="4276403652" sldId="1543"/>
        </pc:sldMkLst>
      </pc:sldChg>
      <pc:sldChg chg="addSp delSp modSp mod delAnim modAnim">
        <pc:chgData name="Lenni Lobel" userId="38f762f444469328" providerId="LiveId" clId="{3232E303-92D8-4DAA-AA5E-CEE97877492A}" dt="2022-11-25T15:30:19.942" v="407" actId="1035"/>
        <pc:sldMkLst>
          <pc:docMk/>
          <pc:sldMk cId="2499987030" sldId="1546"/>
        </pc:sldMkLst>
      </pc:sldChg>
      <pc:sldChg chg="del">
        <pc:chgData name="Lenni Lobel" userId="38f762f444469328" providerId="LiveId" clId="{3232E303-92D8-4DAA-AA5E-CEE97877492A}" dt="2022-11-25T15:29:48.943" v="367" actId="47"/>
        <pc:sldMkLst>
          <pc:docMk/>
          <pc:sldMk cId="4294213848" sldId="1547"/>
        </pc:sldMkLst>
      </pc:sldChg>
      <pc:sldChg chg="del">
        <pc:chgData name="Lenni Lobel" userId="38f762f444469328" providerId="LiveId" clId="{3232E303-92D8-4DAA-AA5E-CEE97877492A}" dt="2022-11-25T15:29:48.943" v="367" actId="47"/>
        <pc:sldMkLst>
          <pc:docMk/>
          <pc:sldMk cId="458859223" sldId="1548"/>
        </pc:sldMkLst>
      </pc:sldChg>
      <pc:sldChg chg="del">
        <pc:chgData name="Lenni Lobel" userId="38f762f444469328" providerId="LiveId" clId="{3232E303-92D8-4DAA-AA5E-CEE97877492A}" dt="2022-11-25T15:29:48.943" v="367" actId="47"/>
        <pc:sldMkLst>
          <pc:docMk/>
          <pc:sldMk cId="4176659085" sldId="1549"/>
        </pc:sldMkLst>
      </pc:sldChg>
      <pc:sldChg chg="del">
        <pc:chgData name="Lenni Lobel" userId="38f762f444469328" providerId="LiveId" clId="{3232E303-92D8-4DAA-AA5E-CEE97877492A}" dt="2022-11-25T15:29:48.943" v="367" actId="47"/>
        <pc:sldMkLst>
          <pc:docMk/>
          <pc:sldMk cId="664831183" sldId="1550"/>
        </pc:sldMkLst>
      </pc:sldChg>
      <pc:sldChg chg="del">
        <pc:chgData name="Lenni Lobel" userId="38f762f444469328" providerId="LiveId" clId="{3232E303-92D8-4DAA-AA5E-CEE97877492A}" dt="2022-11-25T15:29:48.943" v="367" actId="47"/>
        <pc:sldMkLst>
          <pc:docMk/>
          <pc:sldMk cId="3628630346" sldId="1552"/>
        </pc:sldMkLst>
      </pc:sldChg>
      <pc:sldChg chg="addSp delSp modSp mod modAnim">
        <pc:chgData name="Lenni Lobel" userId="38f762f444469328" providerId="LiveId" clId="{3232E303-92D8-4DAA-AA5E-CEE97877492A}" dt="2022-11-25T12:51:00.924" v="70" actId="1035"/>
        <pc:sldMkLst>
          <pc:docMk/>
          <pc:sldMk cId="3008373743" sldId="1554"/>
        </pc:sldMkLst>
      </pc:sldChg>
      <pc:sldChg chg="addSp delSp modSp mod">
        <pc:chgData name="Lenni Lobel" userId="38f762f444469328" providerId="LiveId" clId="{3232E303-92D8-4DAA-AA5E-CEE97877492A}" dt="2022-11-25T12:53:37.463" v="90" actId="1076"/>
        <pc:sldMkLst>
          <pc:docMk/>
          <pc:sldMk cId="2416304151" sldId="1555"/>
        </pc:sldMkLst>
      </pc:sldChg>
      <pc:sldChg chg="addSp modSp mod modAnim">
        <pc:chgData name="Lenni Lobel" userId="38f762f444469328" providerId="LiveId" clId="{3232E303-92D8-4DAA-AA5E-CEE97877492A}" dt="2022-11-25T15:10:31.956" v="218" actId="1036"/>
        <pc:sldMkLst>
          <pc:docMk/>
          <pc:sldMk cId="3059108087" sldId="1559"/>
        </pc:sldMkLst>
      </pc:sldChg>
      <pc:sldChg chg="addSp delSp modSp mod">
        <pc:chgData name="Lenni Lobel" userId="38f762f444469328" providerId="LiveId" clId="{3232E303-92D8-4DAA-AA5E-CEE97877492A}" dt="2022-11-25T14:57:03.485" v="170" actId="167"/>
        <pc:sldMkLst>
          <pc:docMk/>
          <pc:sldMk cId="3598014942" sldId="1561"/>
        </pc:sldMkLst>
      </pc:sldChg>
      <pc:sldChg chg="addSp delSp mod">
        <pc:chgData name="Lenni Lobel" userId="38f762f444469328" providerId="LiveId" clId="{3232E303-92D8-4DAA-AA5E-CEE97877492A}" dt="2022-11-25T14:58:35.657" v="176" actId="22"/>
        <pc:sldMkLst>
          <pc:docMk/>
          <pc:sldMk cId="3652489253" sldId="1563"/>
        </pc:sldMkLst>
      </pc:sldChg>
      <pc:sldChg chg="addSp delSp mod">
        <pc:chgData name="Lenni Lobel" userId="38f762f444469328" providerId="LiveId" clId="{3232E303-92D8-4DAA-AA5E-CEE97877492A}" dt="2022-11-25T15:01:45.990" v="178" actId="22"/>
        <pc:sldMkLst>
          <pc:docMk/>
          <pc:sldMk cId="2531097043" sldId="1564"/>
        </pc:sldMkLst>
      </pc:sldChg>
      <pc:sldChg chg="add">
        <pc:chgData name="Lenni Lobel" userId="38f762f444469328" providerId="LiveId" clId="{3232E303-92D8-4DAA-AA5E-CEE97877492A}" dt="2022-11-25T17:10:16.986" v="657"/>
        <pc:sldMkLst>
          <pc:docMk/>
          <pc:sldMk cId="326775621" sldId="1582"/>
        </pc:sldMkLst>
      </pc:sldChg>
      <pc:sldChg chg="del">
        <pc:chgData name="Lenni Lobel" userId="38f762f444469328" providerId="LiveId" clId="{3232E303-92D8-4DAA-AA5E-CEE97877492A}" dt="2022-11-25T16:59:54.855" v="617" actId="47"/>
        <pc:sldMkLst>
          <pc:docMk/>
          <pc:sldMk cId="2579392436" sldId="1600"/>
        </pc:sldMkLst>
      </pc:sldChg>
      <pc:sldChg chg="addSp delSp modSp mod">
        <pc:chgData name="Lenni Lobel" userId="38f762f444469328" providerId="LiveId" clId="{3232E303-92D8-4DAA-AA5E-CEE97877492A}" dt="2022-12-04T21:15:12.062" v="815" actId="1037"/>
        <pc:sldMkLst>
          <pc:docMk/>
          <pc:sldMk cId="2079227093" sldId="1601"/>
        </pc:sldMkLst>
      </pc:sldChg>
      <pc:sldChg chg="del">
        <pc:chgData name="Lenni Lobel" userId="38f762f444469328" providerId="LiveId" clId="{3232E303-92D8-4DAA-AA5E-CEE97877492A}" dt="2022-11-25T17:10:25.453" v="658" actId="47"/>
        <pc:sldMkLst>
          <pc:docMk/>
          <pc:sldMk cId="3668370596" sldId="1607"/>
        </pc:sldMkLst>
      </pc:sldChg>
      <pc:sldChg chg="addSp delSp modSp add mod">
        <pc:chgData name="Lenni Lobel" userId="38f762f444469328" providerId="LiveId" clId="{3232E303-92D8-4DAA-AA5E-CEE97877492A}" dt="2022-11-25T15:04:33.340" v="186" actId="167"/>
        <pc:sldMkLst>
          <pc:docMk/>
          <pc:sldMk cId="818132472" sldId="1608"/>
        </pc:sldMkLst>
      </pc:sldChg>
      <pc:sldChg chg="addSp delSp add mod">
        <pc:chgData name="Lenni Lobel" userId="38f762f444469328" providerId="LiveId" clId="{3232E303-92D8-4DAA-AA5E-CEE97877492A}" dt="2022-11-25T15:03:54.694" v="183" actId="22"/>
        <pc:sldMkLst>
          <pc:docMk/>
          <pc:sldMk cId="2241425751" sldId="1609"/>
        </pc:sldMkLst>
      </pc:sldChg>
      <pc:sldChg chg="addSp delSp modSp add del mod delAnim">
        <pc:chgData name="Lenni Lobel" userId="38f762f444469328" providerId="LiveId" clId="{3232E303-92D8-4DAA-AA5E-CEE97877492A}" dt="2022-11-25T15:07:07.410" v="211" actId="2696"/>
        <pc:sldMkLst>
          <pc:docMk/>
          <pc:sldMk cId="1895114362" sldId="1610"/>
        </pc:sldMkLst>
      </pc:sldChg>
      <pc:sldChg chg="add">
        <pc:chgData name="Lenni Lobel" userId="38f762f444469328" providerId="LiveId" clId="{3232E303-92D8-4DAA-AA5E-CEE97877492A}" dt="2022-11-25T15:07:11.583" v="212"/>
        <pc:sldMkLst>
          <pc:docMk/>
          <pc:sldMk cId="2851555193" sldId="1610"/>
        </pc:sldMkLst>
      </pc:sldChg>
      <pc:sldChg chg="add">
        <pc:chgData name="Lenni Lobel" userId="38f762f444469328" providerId="LiveId" clId="{3232E303-92D8-4DAA-AA5E-CEE97877492A}" dt="2022-11-25T15:07:11.583" v="212"/>
        <pc:sldMkLst>
          <pc:docMk/>
          <pc:sldMk cId="986160790" sldId="1611"/>
        </pc:sldMkLst>
      </pc:sldChg>
      <pc:sldChg chg="addSp delSp modSp add del mod">
        <pc:chgData name="Lenni Lobel" userId="38f762f444469328" providerId="LiveId" clId="{3232E303-92D8-4DAA-AA5E-CEE97877492A}" dt="2022-11-25T15:07:07.410" v="211" actId="2696"/>
        <pc:sldMkLst>
          <pc:docMk/>
          <pc:sldMk cId="1832467548" sldId="1611"/>
        </pc:sldMkLst>
      </pc:sldChg>
      <pc:sldChg chg="addSp delSp modSp add mod">
        <pc:chgData name="Lenni Lobel" userId="38f762f444469328" providerId="LiveId" clId="{3232E303-92D8-4DAA-AA5E-CEE97877492A}" dt="2022-12-01T14:05:38.648" v="681"/>
        <pc:sldMkLst>
          <pc:docMk/>
          <pc:sldMk cId="461252753" sldId="1612"/>
        </pc:sldMkLst>
      </pc:sldChg>
      <pc:sldChg chg="add del">
        <pc:chgData name="Lenni Lobel" userId="38f762f444469328" providerId="LiveId" clId="{3232E303-92D8-4DAA-AA5E-CEE97877492A}" dt="2022-11-25T15:29:48.943" v="367" actId="47"/>
        <pc:sldMkLst>
          <pc:docMk/>
          <pc:sldMk cId="1455357800" sldId="1612"/>
        </pc:sldMkLst>
      </pc:sldChg>
      <pc:sldChg chg="add del">
        <pc:chgData name="Lenni Lobel" userId="38f762f444469328" providerId="LiveId" clId="{3232E303-92D8-4DAA-AA5E-CEE97877492A}" dt="2022-11-25T15:03:26.515" v="181" actId="47"/>
        <pc:sldMkLst>
          <pc:docMk/>
          <pc:sldMk cId="1720215391" sldId="1612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3580092554" sldId="1613"/>
        </pc:sldMkLst>
      </pc:sldChg>
      <pc:sldChg chg="addSp delSp modSp add mod">
        <pc:chgData name="Lenni Lobel" userId="38f762f444469328" providerId="LiveId" clId="{3232E303-92D8-4DAA-AA5E-CEE97877492A}" dt="2022-11-25T15:30:44.313" v="424" actId="1036"/>
        <pc:sldMkLst>
          <pc:docMk/>
          <pc:sldMk cId="3928783657" sldId="1613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417794297" sldId="1614"/>
        </pc:sldMkLst>
      </pc:sldChg>
      <pc:sldChg chg="addSp delSp modSp add mod">
        <pc:chgData name="Lenni Lobel" userId="38f762f444469328" providerId="LiveId" clId="{3232E303-92D8-4DAA-AA5E-CEE97877492A}" dt="2022-11-25T15:30:51.578" v="440" actId="1036"/>
        <pc:sldMkLst>
          <pc:docMk/>
          <pc:sldMk cId="2757191689" sldId="1614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256544074" sldId="1615"/>
        </pc:sldMkLst>
      </pc:sldChg>
      <pc:sldChg chg="addSp delSp modSp add mod">
        <pc:chgData name="Lenni Lobel" userId="38f762f444469328" providerId="LiveId" clId="{3232E303-92D8-4DAA-AA5E-CEE97877492A}" dt="2022-11-25T15:30:57.921" v="456" actId="1036"/>
        <pc:sldMkLst>
          <pc:docMk/>
          <pc:sldMk cId="3130686253" sldId="1615"/>
        </pc:sldMkLst>
      </pc:sldChg>
      <pc:sldChg chg="addSp delSp modSp add mod modAnim">
        <pc:chgData name="Lenni Lobel" userId="38f762f444469328" providerId="LiveId" clId="{3232E303-92D8-4DAA-AA5E-CEE97877492A}" dt="2022-11-25T15:31:06.282" v="472" actId="1036"/>
        <pc:sldMkLst>
          <pc:docMk/>
          <pc:sldMk cId="3373934441" sldId="1616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3813184773" sldId="1616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1853362526" sldId="1617"/>
        </pc:sldMkLst>
      </pc:sldChg>
      <pc:sldChg chg="addSp delSp modSp add mod">
        <pc:chgData name="Lenni Lobel" userId="38f762f444469328" providerId="LiveId" clId="{3232E303-92D8-4DAA-AA5E-CEE97877492A}" dt="2022-11-25T15:31:17.905" v="488" actId="1036"/>
        <pc:sldMkLst>
          <pc:docMk/>
          <pc:sldMk cId="3388638376" sldId="1617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3783506991" sldId="1618"/>
        </pc:sldMkLst>
      </pc:sldChg>
      <pc:sldChg chg="addSp delSp modSp add mod">
        <pc:chgData name="Lenni Lobel" userId="38f762f444469328" providerId="LiveId" clId="{3232E303-92D8-4DAA-AA5E-CEE97877492A}" dt="2022-11-25T15:31:24.186" v="504" actId="1036"/>
        <pc:sldMkLst>
          <pc:docMk/>
          <pc:sldMk cId="4024896223" sldId="1618"/>
        </pc:sldMkLst>
      </pc:sldChg>
      <pc:sldChg chg="add del">
        <pc:chgData name="Lenni Lobel" userId="38f762f444469328" providerId="LiveId" clId="{3232E303-92D8-4DAA-AA5E-CEE97877492A}" dt="2022-11-25T15:18:02.068" v="323" actId="47"/>
        <pc:sldMkLst>
          <pc:docMk/>
          <pc:sldMk cId="2008272819" sldId="1619"/>
        </pc:sldMkLst>
      </pc:sldChg>
      <pc:sldChg chg="addSp delSp modSp add mod">
        <pc:chgData name="Lenni Lobel" userId="38f762f444469328" providerId="LiveId" clId="{3232E303-92D8-4DAA-AA5E-CEE97877492A}" dt="2022-11-25T15:31:29.793" v="520" actId="1036"/>
        <pc:sldMkLst>
          <pc:docMk/>
          <pc:sldMk cId="3658877023" sldId="1619"/>
        </pc:sldMkLst>
      </pc:sldChg>
      <pc:sldChg chg="modSp add mod ord">
        <pc:chgData name="Lenni Lobel" userId="38f762f444469328" providerId="LiveId" clId="{3232E303-92D8-4DAA-AA5E-CEE97877492A}" dt="2022-11-25T16:58:02.944" v="615" actId="1036"/>
        <pc:sldMkLst>
          <pc:docMk/>
          <pc:sldMk cId="3532740791" sldId="1620"/>
        </pc:sldMkLst>
      </pc:sldChg>
      <pc:sldChg chg="modSp add mod">
        <pc:chgData name="Lenni Lobel" userId="38f762f444469328" providerId="LiveId" clId="{3232E303-92D8-4DAA-AA5E-CEE97877492A}" dt="2022-11-25T16:15:21.144" v="546" actId="27636"/>
        <pc:sldMkLst>
          <pc:docMk/>
          <pc:sldMk cId="2994093211" sldId="1621"/>
        </pc:sldMkLst>
      </pc:sldChg>
      <pc:sldChg chg="add ord">
        <pc:chgData name="Lenni Lobel" userId="38f762f444469328" providerId="LiveId" clId="{3232E303-92D8-4DAA-AA5E-CEE97877492A}" dt="2022-11-25T17:00:00.174" v="620"/>
        <pc:sldMkLst>
          <pc:docMk/>
          <pc:sldMk cId="1062942355" sldId="1622"/>
        </pc:sldMkLst>
      </pc:sldChg>
      <pc:sldChg chg="add ord">
        <pc:chgData name="Lenni Lobel" userId="38f762f444469328" providerId="LiveId" clId="{3232E303-92D8-4DAA-AA5E-CEE97877492A}" dt="2022-11-25T17:00:00.174" v="620"/>
        <pc:sldMkLst>
          <pc:docMk/>
          <pc:sldMk cId="3441160361" sldId="1623"/>
        </pc:sldMkLst>
      </pc:sldChg>
      <pc:sldChg chg="add ord">
        <pc:chgData name="Lenni Lobel" userId="38f762f444469328" providerId="LiveId" clId="{3232E303-92D8-4DAA-AA5E-CEE97877492A}" dt="2022-11-25T17:00:00.174" v="620"/>
        <pc:sldMkLst>
          <pc:docMk/>
          <pc:sldMk cId="4211674337" sldId="1624"/>
        </pc:sldMkLst>
      </pc:sldChg>
      <pc:sldChg chg="del">
        <pc:chgData name="Lenni Lobel" userId="38f762f444469328" providerId="LiveId" clId="{3232E303-92D8-4DAA-AA5E-CEE97877492A}" dt="2022-11-25T17:19:06.008" v="660" actId="47"/>
        <pc:sldMkLst>
          <pc:docMk/>
          <pc:sldMk cId="166927046" sldId="1625"/>
        </pc:sldMkLst>
      </pc:sldChg>
      <pc:sldChg chg="add">
        <pc:chgData name="Lenni Lobel" userId="38f762f444469328" providerId="LiveId" clId="{3232E303-92D8-4DAA-AA5E-CEE97877492A}" dt="2022-11-25T17:10:16.986" v="657"/>
        <pc:sldMkLst>
          <pc:docMk/>
          <pc:sldMk cId="3954158914" sldId="1626"/>
        </pc:sldMkLst>
      </pc:sldChg>
      <pc:sldChg chg="add">
        <pc:chgData name="Lenni Lobel" userId="38f762f444469328" providerId="LiveId" clId="{3232E303-92D8-4DAA-AA5E-CEE97877492A}" dt="2022-11-25T17:14:40.525" v="659"/>
        <pc:sldMkLst>
          <pc:docMk/>
          <pc:sldMk cId="1661031436" sldId="1627"/>
        </pc:sldMkLst>
      </pc:sldChg>
      <pc:sldChg chg="add">
        <pc:chgData name="Lenni Lobel" userId="38f762f444469328" providerId="LiveId" clId="{3232E303-92D8-4DAA-AA5E-CEE97877492A}" dt="2022-11-25T17:14:40.525" v="659"/>
        <pc:sldMkLst>
          <pc:docMk/>
          <pc:sldMk cId="1190674613" sldId="1628"/>
        </pc:sldMkLst>
      </pc:sldChg>
      <pc:sldChg chg="add">
        <pc:chgData name="Lenni Lobel" userId="38f762f444469328" providerId="LiveId" clId="{3232E303-92D8-4DAA-AA5E-CEE97877492A}" dt="2022-11-25T17:14:40.525" v="659"/>
        <pc:sldMkLst>
          <pc:docMk/>
          <pc:sldMk cId="3488156804" sldId="1629"/>
        </pc:sldMkLst>
      </pc:sldChg>
      <pc:sldChg chg="add">
        <pc:chgData name="Lenni Lobel" userId="38f762f444469328" providerId="LiveId" clId="{3232E303-92D8-4DAA-AA5E-CEE97877492A}" dt="2022-11-25T17:14:40.525" v="659"/>
        <pc:sldMkLst>
          <pc:docMk/>
          <pc:sldMk cId="3874465882" sldId="1630"/>
        </pc:sldMkLst>
      </pc:sldChg>
      <pc:sldChg chg="add">
        <pc:chgData name="Lenni Lobel" userId="38f762f444469328" providerId="LiveId" clId="{3232E303-92D8-4DAA-AA5E-CEE97877492A}" dt="2022-11-25T17:14:40.525" v="659"/>
        <pc:sldMkLst>
          <pc:docMk/>
          <pc:sldMk cId="4190291758" sldId="1631"/>
        </pc:sldMkLst>
      </pc:sldChg>
      <pc:sldChg chg="addSp delSp modSp add mod">
        <pc:chgData name="Lenni Lobel" userId="38f762f444469328" providerId="LiveId" clId="{3232E303-92D8-4DAA-AA5E-CEE97877492A}" dt="2022-12-01T14:02:44.185" v="674"/>
        <pc:sldMkLst>
          <pc:docMk/>
          <pc:sldMk cId="3497368754" sldId="1632"/>
        </pc:sldMkLst>
      </pc:sldChg>
      <pc:sldChg chg="add mod modShow">
        <pc:chgData name="Lenni Lobel" userId="38f762f444469328" providerId="LiveId" clId="{3232E303-92D8-4DAA-AA5E-CEE97877492A}" dt="2022-12-01T14:11:04.826" v="710" actId="729"/>
        <pc:sldMkLst>
          <pc:docMk/>
          <pc:sldMk cId="850207270" sldId="1633"/>
        </pc:sldMkLst>
      </pc:sldChg>
      <pc:sldChg chg="add mod modShow">
        <pc:chgData name="Lenni Lobel" userId="38f762f444469328" providerId="LiveId" clId="{3232E303-92D8-4DAA-AA5E-CEE97877492A}" dt="2022-12-01T14:11:04.826" v="710" actId="729"/>
        <pc:sldMkLst>
          <pc:docMk/>
          <pc:sldMk cId="3913875856" sldId="1634"/>
        </pc:sldMkLst>
      </pc:sldChg>
      <pc:sldChg chg="add mod ord modShow">
        <pc:chgData name="Lenni Lobel" userId="38f762f444469328" providerId="LiveId" clId="{3232E303-92D8-4DAA-AA5E-CEE97877492A}" dt="2022-12-01T14:14:09.943" v="727" actId="729"/>
        <pc:sldMkLst>
          <pc:docMk/>
          <pc:sldMk cId="673674764" sldId="1635"/>
        </pc:sldMkLst>
      </pc:sldChg>
      <pc:sldChg chg="add mod ord modShow">
        <pc:chgData name="Lenni Lobel" userId="38f762f444469328" providerId="LiveId" clId="{3232E303-92D8-4DAA-AA5E-CEE97877492A}" dt="2022-12-01T14:14:09.943" v="727" actId="729"/>
        <pc:sldMkLst>
          <pc:docMk/>
          <pc:sldMk cId="782733335" sldId="1636"/>
        </pc:sldMkLst>
      </pc:sldChg>
      <pc:sldChg chg="addSp delSp modSp add mod modAnim">
        <pc:chgData name="Lenni Lobel" userId="38f762f444469328" providerId="LiveId" clId="{3232E303-92D8-4DAA-AA5E-CEE97877492A}" dt="2022-12-01T14:26:32.073" v="777"/>
        <pc:sldMkLst>
          <pc:docMk/>
          <pc:sldMk cId="3207231278" sldId="1637"/>
        </pc:sldMkLst>
      </pc:sldChg>
      <pc:sldChg chg="addSp delSp modSp add mod ord modAnim">
        <pc:chgData name="Lenni Lobel" userId="38f762f444469328" providerId="LiveId" clId="{3232E303-92D8-4DAA-AA5E-CEE97877492A}" dt="2022-12-01T14:26:24.431" v="776"/>
        <pc:sldMkLst>
          <pc:docMk/>
          <pc:sldMk cId="4060516089" sldId="1638"/>
        </pc:sldMkLst>
      </pc:sldChg>
      <pc:sldChg chg="addSp delSp modSp add mod modAnim">
        <pc:chgData name="Lenni Lobel" userId="38f762f444469328" providerId="LiveId" clId="{3232E303-92D8-4DAA-AA5E-CEE97877492A}" dt="2022-12-01T14:26:35.804" v="778"/>
        <pc:sldMkLst>
          <pc:docMk/>
          <pc:sldMk cId="29201115" sldId="1639"/>
        </pc:sldMkLst>
      </pc:sldChg>
      <pc:sldChg chg="add">
        <pc:chgData name="Lenni Lobel" userId="38f762f444469328" providerId="LiveId" clId="{3232E303-92D8-4DAA-AA5E-CEE97877492A}" dt="2022-12-01T14:25:11.101" v="774"/>
        <pc:sldMkLst>
          <pc:docMk/>
          <pc:sldMk cId="1884693824" sldId="1640"/>
        </pc:sldMkLst>
      </pc:sldChg>
      <pc:sldChg chg="add">
        <pc:chgData name="Lenni Lobel" userId="38f762f444469328" providerId="LiveId" clId="{3232E303-92D8-4DAA-AA5E-CEE97877492A}" dt="2022-12-01T14:25:11.101" v="774"/>
        <pc:sldMkLst>
          <pc:docMk/>
          <pc:sldMk cId="4286446688" sldId="1641"/>
        </pc:sldMkLst>
      </pc:sldChg>
      <pc:sldChg chg="add">
        <pc:chgData name="Lenni Lobel" userId="38f762f444469328" providerId="LiveId" clId="{3232E303-92D8-4DAA-AA5E-CEE97877492A}" dt="2022-12-01T14:25:11.101" v="774"/>
        <pc:sldMkLst>
          <pc:docMk/>
          <pc:sldMk cId="3587396990" sldId="1642"/>
        </pc:sldMkLst>
      </pc:sldChg>
      <pc:sldChg chg="add">
        <pc:chgData name="Lenni Lobel" userId="38f762f444469328" providerId="LiveId" clId="{3232E303-92D8-4DAA-AA5E-CEE97877492A}" dt="2022-12-01T14:25:11.101" v="774"/>
        <pc:sldMkLst>
          <pc:docMk/>
          <pc:sldMk cId="717427529" sldId="1643"/>
        </pc:sldMkLst>
      </pc:sldChg>
      <pc:sldChg chg="add del">
        <pc:chgData name="Lenni Lobel" userId="38f762f444469328" providerId="LiveId" clId="{3232E303-92D8-4DAA-AA5E-CEE97877492A}" dt="2022-12-04T21:15:39.591" v="816" actId="47"/>
        <pc:sldMkLst>
          <pc:docMk/>
          <pc:sldMk cId="1017277529" sldId="1644"/>
        </pc:sldMkLst>
      </pc:sldChg>
    </pc:docChg>
  </pc:docChgLst>
  <pc:docChgLst>
    <pc:chgData name="Lenni Lobel" userId="38f762f444469328" providerId="LiveId" clId="{45A126A4-8506-4CD0-BCBE-24F31A09A199}"/>
    <pc:docChg chg="addSld delSld modSld modSection">
      <pc:chgData name="Lenni Lobel" userId="38f762f444469328" providerId="LiveId" clId="{45A126A4-8506-4CD0-BCBE-24F31A09A199}" dt="2022-07-25T14:20:49.460" v="61" actId="20577"/>
      <pc:docMkLst>
        <pc:docMk/>
      </pc:docMkLst>
      <pc:sldChg chg="del">
        <pc:chgData name="Lenni Lobel" userId="38f762f444469328" providerId="LiveId" clId="{45A126A4-8506-4CD0-BCBE-24F31A09A199}" dt="2022-07-25T14:20:42.753" v="53" actId="47"/>
        <pc:sldMkLst>
          <pc:docMk/>
          <pc:sldMk cId="405188728" sldId="258"/>
        </pc:sldMkLst>
      </pc:sldChg>
      <pc:sldChg chg="modSp">
        <pc:chgData name="Lenni Lobel" userId="38f762f444469328" providerId="LiveId" clId="{45A126A4-8506-4CD0-BCBE-24F31A09A199}" dt="2022-07-25T14:20:49.460" v="61" actId="20577"/>
        <pc:sldMkLst>
          <pc:docMk/>
          <pc:sldMk cId="2234205357" sldId="471"/>
        </pc:sldMkLst>
      </pc:sldChg>
      <pc:sldChg chg="addSp modSp add mod">
        <pc:chgData name="Lenni Lobel" userId="38f762f444469328" providerId="LiveId" clId="{45A126A4-8506-4CD0-BCBE-24F31A09A199}" dt="2022-07-25T14:20:24.441" v="52" actId="1076"/>
        <pc:sldMkLst>
          <pc:docMk/>
          <pc:sldMk cId="3856491425" sldId="1051"/>
        </pc:sldMkLst>
      </pc:sldChg>
      <pc:sldMasterChg chg="delSldLayout">
        <pc:chgData name="Lenni Lobel" userId="38f762f444469328" providerId="LiveId" clId="{45A126A4-8506-4CD0-BCBE-24F31A09A199}" dt="2022-07-25T14:20:42.753" v="53" actId="47"/>
        <pc:sldMasterMkLst>
          <pc:docMk/>
          <pc:sldMasterMk cId="2632560968" sldId="2147483839"/>
        </pc:sldMasterMkLst>
        <pc:sldLayoutChg chg="del">
          <pc:chgData name="Lenni Lobel" userId="38f762f444469328" providerId="LiveId" clId="{45A126A4-8506-4CD0-BCBE-24F31A09A199}" dt="2022-07-25T14:20:42.753" v="53" actId="47"/>
          <pc:sldLayoutMkLst>
            <pc:docMk/>
            <pc:sldMasterMk cId="2632560968" sldId="2147483839"/>
            <pc:sldLayoutMk cId="2407553135" sldId="2147483844"/>
          </pc:sldLayoutMkLst>
        </pc:sldLayoutChg>
      </pc:sldMasterChg>
    </pc:docChg>
  </pc:docChgLst>
  <pc:docChgLst>
    <pc:chgData name="Lenni Lobel" userId="38f762f444469328" providerId="LiveId" clId="{B265A0D7-01E6-4448-AA30-7144D254E506}"/>
    <pc:docChg chg="undo redo custSel addSld delSld modSld delMainMaster modMainMaster modSection modShowInfo">
      <pc:chgData name="Lenni Lobel" userId="38f762f444469328" providerId="LiveId" clId="{B265A0D7-01E6-4448-AA30-7144D254E506}" dt="2024-10-31T16:36:41.696" v="392" actId="20577"/>
      <pc:docMkLst>
        <pc:docMk/>
      </pc:docMkLst>
      <pc:sldChg chg="del">
        <pc:chgData name="Lenni Lobel" userId="38f762f444469328" providerId="LiveId" clId="{B265A0D7-01E6-4448-AA30-7144D254E506}" dt="2024-10-31T16:03:32.140" v="134" actId="47"/>
        <pc:sldMkLst>
          <pc:docMk/>
          <pc:sldMk cId="405188728" sldId="258"/>
        </pc:sldMkLst>
      </pc:sldChg>
      <pc:sldChg chg="add">
        <pc:chgData name="Lenni Lobel" userId="38f762f444469328" providerId="LiveId" clId="{B265A0D7-01E6-4448-AA30-7144D254E506}" dt="2024-10-31T16:03:41.046" v="135"/>
        <pc:sldMkLst>
          <pc:docMk/>
          <pc:sldMk cId="1727960841" sldId="260"/>
        </pc:sldMkLst>
      </pc:sldChg>
      <pc:sldChg chg="modSp mod">
        <pc:chgData name="Lenni Lobel" userId="38f762f444469328" providerId="LiveId" clId="{B265A0D7-01E6-4448-AA30-7144D254E506}" dt="2024-10-31T16:36:41.696" v="392" actId="20577"/>
        <pc:sldMkLst>
          <pc:docMk/>
          <pc:sldMk cId="1465299317" sldId="265"/>
        </pc:sldMkLst>
      </pc:sldChg>
      <pc:sldChg chg="modSp mod chgLayout">
        <pc:chgData name="Lenni Lobel" userId="38f762f444469328" providerId="LiveId" clId="{B265A0D7-01E6-4448-AA30-7144D254E506}" dt="2024-10-31T16:10:52.842" v="167" actId="20577"/>
        <pc:sldMkLst>
          <pc:docMk/>
          <pc:sldMk cId="2234205357" sldId="471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328829501" sldId="619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3044193102" sldId="742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1075392855" sldId="748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364327421" sldId="749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879882508" sldId="750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3720846981" sldId="773"/>
        </pc:sldMkLst>
      </pc:sldChg>
      <pc:sldChg chg="modSp mod">
        <pc:chgData name="Lenni Lobel" userId="38f762f444469328" providerId="LiveId" clId="{B265A0D7-01E6-4448-AA30-7144D254E506}" dt="2024-10-31T16:01:18.334" v="2" actId="27636"/>
        <pc:sldMkLst>
          <pc:docMk/>
          <pc:sldMk cId="2996001791" sldId="1182"/>
        </pc:sldMkLst>
      </pc:sldChg>
      <pc:sldChg chg="modSp mod">
        <pc:chgData name="Lenni Lobel" userId="38f762f444469328" providerId="LiveId" clId="{B265A0D7-01E6-4448-AA30-7144D254E506}" dt="2024-10-31T16:01:18.343" v="3" actId="27636"/>
        <pc:sldMkLst>
          <pc:docMk/>
          <pc:sldMk cId="3666036936" sldId="1183"/>
        </pc:sldMkLst>
      </pc:sldChg>
      <pc:sldChg chg="add del">
        <pc:chgData name="Lenni Lobel" userId="38f762f444469328" providerId="LiveId" clId="{B265A0D7-01E6-4448-AA30-7144D254E506}" dt="2024-10-31T16:33:20.626" v="389" actId="47"/>
        <pc:sldMkLst>
          <pc:docMk/>
          <pc:sldMk cId="1139318573" sldId="1193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459828452" sldId="1285"/>
        </pc:sldMkLst>
      </pc:sldChg>
      <pc:sldChg chg="mod modShow">
        <pc:chgData name="Lenni Lobel" userId="38f762f444469328" providerId="LiveId" clId="{B265A0D7-01E6-4448-AA30-7144D254E506}" dt="2024-10-31T16:33:58.949" v="390" actId="729"/>
        <pc:sldMkLst>
          <pc:docMk/>
          <pc:sldMk cId="3639294298" sldId="1304"/>
        </pc:sldMkLst>
      </pc:sldChg>
      <pc:sldChg chg="modSp mod">
        <pc:chgData name="Lenni Lobel" userId="38f762f444469328" providerId="LiveId" clId="{B265A0D7-01E6-4448-AA30-7144D254E506}" dt="2024-10-31T16:01:18.320" v="1" actId="27636"/>
        <pc:sldMkLst>
          <pc:docMk/>
          <pc:sldMk cId="894877873" sldId="1307"/>
        </pc:sldMkLst>
      </pc:sldChg>
      <pc:sldChg chg="add del">
        <pc:chgData name="Lenni Lobel" userId="38f762f444469328" providerId="LiveId" clId="{B265A0D7-01E6-4448-AA30-7144D254E506}" dt="2024-10-31T16:17:24.901" v="214" actId="47"/>
        <pc:sldMkLst>
          <pc:docMk/>
          <pc:sldMk cId="329236745" sldId="1310"/>
        </pc:sldMkLst>
      </pc:sldChg>
      <pc:sldChg chg="add del">
        <pc:chgData name="Lenni Lobel" userId="38f762f444469328" providerId="LiveId" clId="{B265A0D7-01E6-4448-AA30-7144D254E506}" dt="2024-10-31T16:17:45.724" v="215" actId="47"/>
        <pc:sldMkLst>
          <pc:docMk/>
          <pc:sldMk cId="3881382451" sldId="1315"/>
        </pc:sldMkLst>
      </pc:sldChg>
      <pc:sldChg chg="add del">
        <pc:chgData name="Lenni Lobel" userId="38f762f444469328" providerId="LiveId" clId="{B265A0D7-01E6-4448-AA30-7144D254E506}" dt="2024-10-31T16:16:52.495" v="212" actId="47"/>
        <pc:sldMkLst>
          <pc:docMk/>
          <pc:sldMk cId="3354864365" sldId="1324"/>
        </pc:sldMkLst>
      </pc:sldChg>
      <pc:sldChg chg="add del">
        <pc:chgData name="Lenni Lobel" userId="38f762f444469328" providerId="LiveId" clId="{B265A0D7-01E6-4448-AA30-7144D254E506}" dt="2024-10-31T16:19:46.412" v="255" actId="47"/>
        <pc:sldMkLst>
          <pc:docMk/>
          <pc:sldMk cId="2837635423" sldId="1333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3165596417" sldId="1334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2666892587" sldId="1336"/>
        </pc:sldMkLst>
      </pc:sldChg>
      <pc:sldChg chg="modSp add del mod">
        <pc:chgData name="Lenni Lobel" userId="38f762f444469328" providerId="LiveId" clId="{B265A0D7-01E6-4448-AA30-7144D254E506}" dt="2024-10-31T16:24:22.942" v="279" actId="255"/>
        <pc:sldMkLst>
          <pc:docMk/>
          <pc:sldMk cId="3999115612" sldId="1356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2156179957" sldId="1357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4072978632" sldId="1358"/>
        </pc:sldMkLst>
      </pc:sldChg>
      <pc:sldChg chg="modSp mod">
        <pc:chgData name="Lenni Lobel" userId="38f762f444469328" providerId="LiveId" clId="{B265A0D7-01E6-4448-AA30-7144D254E506}" dt="2024-10-31T16:16:12.819" v="209" actId="20577"/>
        <pc:sldMkLst>
          <pc:docMk/>
          <pc:sldMk cId="740830065" sldId="1655"/>
        </pc:sldMkLst>
      </pc:sldChg>
      <pc:sldChg chg="del">
        <pc:chgData name="Lenni Lobel" userId="38f762f444469328" providerId="LiveId" clId="{B265A0D7-01E6-4448-AA30-7144D254E506}" dt="2024-10-31T16:03:47.377" v="136" actId="47"/>
        <pc:sldMkLst>
          <pc:docMk/>
          <pc:sldMk cId="3509195839" sldId="1661"/>
        </pc:sldMkLst>
      </pc:sldChg>
      <pc:sldChg chg="del">
        <pc:chgData name="Lenni Lobel" userId="38f762f444469328" providerId="LiveId" clId="{B265A0D7-01E6-4448-AA30-7144D254E506}" dt="2024-10-31T16:04:00.339" v="138" actId="47"/>
        <pc:sldMkLst>
          <pc:docMk/>
          <pc:sldMk cId="920498924" sldId="1662"/>
        </pc:sldMkLst>
      </pc:sldChg>
      <pc:sldChg chg="modSp">
        <pc:chgData name="Lenni Lobel" userId="38f762f444469328" providerId="LiveId" clId="{B265A0D7-01E6-4448-AA30-7144D254E506}" dt="2024-10-31T16:12:05.817" v="188" actId="20577"/>
        <pc:sldMkLst>
          <pc:docMk/>
          <pc:sldMk cId="2482279276" sldId="1663"/>
        </pc:sldMkLst>
      </pc:sldChg>
      <pc:sldChg chg="addSp modSp add mod">
        <pc:chgData name="Lenni Lobel" userId="38f762f444469328" providerId="LiveId" clId="{B265A0D7-01E6-4448-AA30-7144D254E506}" dt="2024-10-31T16:03:15.200" v="133" actId="207"/>
        <pc:sldMkLst>
          <pc:docMk/>
          <pc:sldMk cId="0" sldId="1681"/>
        </pc:sldMkLst>
      </pc:sldChg>
      <pc:sldChg chg="add">
        <pc:chgData name="Lenni Lobel" userId="38f762f444469328" providerId="LiveId" clId="{B265A0D7-01E6-4448-AA30-7144D254E506}" dt="2024-10-31T16:03:57.527" v="137"/>
        <pc:sldMkLst>
          <pc:docMk/>
          <pc:sldMk cId="2719180992" sldId="1682"/>
        </pc:sldMkLst>
      </pc:sldChg>
      <pc:sldChg chg="add">
        <pc:chgData name="Lenni Lobel" userId="38f762f444469328" providerId="LiveId" clId="{B265A0D7-01E6-4448-AA30-7144D254E506}" dt="2024-10-31T16:14:30.418" v="189"/>
        <pc:sldMkLst>
          <pc:docMk/>
          <pc:sldMk cId="385777609" sldId="1683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4050040856" sldId="1684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2047650180" sldId="1685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3698567976" sldId="1686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1232405254" sldId="1687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2810206193" sldId="1688"/>
        </pc:sldMkLst>
      </pc:sldChg>
      <pc:sldChg chg="add">
        <pc:chgData name="Lenni Lobel" userId="38f762f444469328" providerId="LiveId" clId="{B265A0D7-01E6-4448-AA30-7144D254E506}" dt="2024-10-31T16:15:34.051" v="203"/>
        <pc:sldMkLst>
          <pc:docMk/>
          <pc:sldMk cId="1075295047" sldId="1689"/>
        </pc:sldMkLst>
      </pc:sldChg>
      <pc:sldChg chg="add del">
        <pc:chgData name="Lenni Lobel" userId="38f762f444469328" providerId="LiveId" clId="{B265A0D7-01E6-4448-AA30-7144D254E506}" dt="2024-10-31T16:16:40.660" v="210" actId="47"/>
        <pc:sldMkLst>
          <pc:docMk/>
          <pc:sldMk cId="803334960" sldId="1690"/>
        </pc:sldMkLst>
      </pc:sldChg>
      <pc:sldChg chg="add del">
        <pc:chgData name="Lenni Lobel" userId="38f762f444469328" providerId="LiveId" clId="{B265A0D7-01E6-4448-AA30-7144D254E506}" dt="2024-10-31T16:16:42.850" v="211" actId="47"/>
        <pc:sldMkLst>
          <pc:docMk/>
          <pc:sldMk cId="2605141635" sldId="1691"/>
        </pc:sldMkLst>
      </pc:sldChg>
      <pc:sldChg chg="add del">
        <pc:chgData name="Lenni Lobel" userId="38f762f444469328" providerId="LiveId" clId="{B265A0D7-01E6-4448-AA30-7144D254E506}" dt="2024-10-31T16:19:46.412" v="255" actId="47"/>
        <pc:sldMkLst>
          <pc:docMk/>
          <pc:sldMk cId="377894575" sldId="1692"/>
        </pc:sldMkLst>
      </pc:sldChg>
      <pc:sldChg chg="add del">
        <pc:chgData name="Lenni Lobel" userId="38f762f444469328" providerId="LiveId" clId="{B265A0D7-01E6-4448-AA30-7144D254E506}" dt="2024-10-31T16:17:03.504" v="213" actId="47"/>
        <pc:sldMkLst>
          <pc:docMk/>
          <pc:sldMk cId="735753056" sldId="1693"/>
        </pc:sldMkLst>
      </pc:sldChg>
      <pc:sldChg chg="addSp delSp modSp add mod modAnim">
        <pc:chgData name="Lenni Lobel" userId="38f762f444469328" providerId="LiveId" clId="{B265A0D7-01E6-4448-AA30-7144D254E506}" dt="2024-10-31T16:32:54.652" v="388" actId="1036"/>
        <pc:sldMkLst>
          <pc:docMk/>
          <pc:sldMk cId="3452433250" sldId="1694"/>
        </pc:sldMkLst>
      </pc:sldChg>
      <pc:sldChg chg="add del">
        <pc:chgData name="Lenni Lobel" userId="38f762f444469328" providerId="LiveId" clId="{B265A0D7-01E6-4448-AA30-7144D254E506}" dt="2024-10-31T16:21:03.164" v="260" actId="47"/>
        <pc:sldMkLst>
          <pc:docMk/>
          <pc:sldMk cId="583677057" sldId="1695"/>
        </pc:sldMkLst>
      </pc:sldChg>
      <pc:sldChg chg="add del">
        <pc:chgData name="Lenni Lobel" userId="38f762f444469328" providerId="LiveId" clId="{B265A0D7-01E6-4448-AA30-7144D254E506}" dt="2024-10-31T16:20:31.889" v="257"/>
        <pc:sldMkLst>
          <pc:docMk/>
          <pc:sldMk cId="1688745260" sldId="1695"/>
        </pc:sldMkLst>
      </pc:sldChg>
      <pc:sldMasterChg chg="modSldLayout">
        <pc:chgData name="Lenni Lobel" userId="38f762f444469328" providerId="LiveId" clId="{B265A0D7-01E6-4448-AA30-7144D254E506}" dt="2024-10-31T16:09:37.246" v="160"/>
        <pc:sldMasterMkLst>
          <pc:docMk/>
          <pc:sldMasterMk cId="2518731564" sldId="2147483775"/>
        </pc:sldMasterMkLst>
        <pc:sldLayoutChg chg="addSp modSp mod setBg">
          <pc:chgData name="Lenni Lobel" userId="38f762f444469328" providerId="LiveId" clId="{B265A0D7-01E6-4448-AA30-7144D254E506}" dt="2024-10-31T16:08:33.706" v="152" actId="14100"/>
          <pc:sldLayoutMkLst>
            <pc:docMk/>
            <pc:sldMasterMk cId="2518731564" sldId="2147483775"/>
            <pc:sldLayoutMk cId="348313095" sldId="2147483776"/>
          </pc:sldLayoutMkLst>
        </pc:sldLayoutChg>
        <pc:sldLayoutChg chg="addSp delSp modSp mod setBg">
          <pc:chgData name="Lenni Lobel" userId="38f762f444469328" providerId="LiveId" clId="{B265A0D7-01E6-4448-AA30-7144D254E506}" dt="2024-10-31T16:08:47.257" v="154"/>
          <pc:sldLayoutMkLst>
            <pc:docMk/>
            <pc:sldMasterMk cId="2518731564" sldId="2147483775"/>
            <pc:sldLayoutMk cId="2993157360" sldId="2147483777"/>
          </pc:sldLayoutMkLst>
        </pc:sldLayoutChg>
        <pc:sldLayoutChg chg="addSp modSp setBg">
          <pc:chgData name="Lenni Lobel" userId="38f762f444469328" providerId="LiveId" clId="{B265A0D7-01E6-4448-AA30-7144D254E506}" dt="2024-10-31T16:09:37.246" v="160"/>
          <pc:sldLayoutMkLst>
            <pc:docMk/>
            <pc:sldMasterMk cId="2518731564" sldId="2147483775"/>
            <pc:sldLayoutMk cId="2993459544" sldId="2147483778"/>
          </pc:sldLayoutMkLst>
        </pc:sldLayoutChg>
      </pc:sldMasterChg>
      <pc:sldMasterChg chg="modSldLayout">
        <pc:chgData name="Lenni Lobel" userId="38f762f444469328" providerId="LiveId" clId="{B265A0D7-01E6-4448-AA30-7144D254E506}" dt="2024-10-31T16:09:04.481" v="156"/>
        <pc:sldMasterMkLst>
          <pc:docMk/>
          <pc:sldMasterMk cId="4115018939" sldId="2147483791"/>
        </pc:sldMasterMkLst>
        <pc:sldLayoutChg chg="addSp delSp modSp mod setBg">
          <pc:chgData name="Lenni Lobel" userId="38f762f444469328" providerId="LiveId" clId="{B265A0D7-01E6-4448-AA30-7144D254E506}" dt="2024-10-31T16:09:04.481" v="156"/>
          <pc:sldLayoutMkLst>
            <pc:docMk/>
            <pc:sldMasterMk cId="4115018939" sldId="2147483791"/>
            <pc:sldLayoutMk cId="2571118618" sldId="2147483792"/>
          </pc:sldLayoutMkLst>
        </pc:sldLayoutChg>
      </pc:sldMasterChg>
      <pc:sldMasterChg chg="modSldLayout">
        <pc:chgData name="Lenni Lobel" userId="38f762f444469328" providerId="LiveId" clId="{B265A0D7-01E6-4448-AA30-7144D254E506}" dt="2024-10-31T16:09:22.050" v="158"/>
        <pc:sldMasterMkLst>
          <pc:docMk/>
          <pc:sldMasterMk cId="115116387" sldId="2147483795"/>
        </pc:sldMasterMkLst>
        <pc:sldLayoutChg chg="addSp modSp setBg">
          <pc:chgData name="Lenni Lobel" userId="38f762f444469328" providerId="LiveId" clId="{B265A0D7-01E6-4448-AA30-7144D254E506}" dt="2024-10-31T16:09:22.050" v="158"/>
          <pc:sldLayoutMkLst>
            <pc:docMk/>
            <pc:sldMasterMk cId="2518731564" sldId="2147483775"/>
            <pc:sldLayoutMk cId="2105665496" sldId="2147483796"/>
          </pc:sldLayoutMkLst>
        </pc:sldLayoutChg>
      </pc:sldMasterChg>
      <pc:sldMasterChg chg="del delSldLayout">
        <pc:chgData name="Lenni Lobel" userId="38f762f444469328" providerId="LiveId" clId="{B265A0D7-01E6-4448-AA30-7144D254E506}" dt="2024-10-31T16:03:47.377" v="136" actId="47"/>
        <pc:sldMasterMkLst>
          <pc:docMk/>
          <pc:sldMasterMk cId="1269107551" sldId="2147483896"/>
        </pc:sldMasterMkLst>
        <pc:sldLayoutChg chg="del">
          <pc:chgData name="Lenni Lobel" userId="38f762f444469328" providerId="LiveId" clId="{B265A0D7-01E6-4448-AA30-7144D254E506}" dt="2024-10-31T16:03:47.377" v="136" actId="47"/>
          <pc:sldLayoutMkLst>
            <pc:docMk/>
            <pc:sldMasterMk cId="1269107551" sldId="2147483896"/>
            <pc:sldLayoutMk cId="12805866" sldId="2147483897"/>
          </pc:sldLayoutMkLst>
        </pc:sldLayoutChg>
        <pc:sldLayoutChg chg="del">
          <pc:chgData name="Lenni Lobel" userId="38f762f444469328" providerId="LiveId" clId="{B265A0D7-01E6-4448-AA30-7144D254E506}" dt="2024-10-31T16:03:47.377" v="136" actId="47"/>
          <pc:sldLayoutMkLst>
            <pc:docMk/>
            <pc:sldMasterMk cId="1269107551" sldId="2147483896"/>
            <pc:sldLayoutMk cId="2730217616" sldId="2147483898"/>
          </pc:sldLayoutMkLst>
        </pc:sldLayoutChg>
        <pc:sldLayoutChg chg="del">
          <pc:chgData name="Lenni Lobel" userId="38f762f444469328" providerId="LiveId" clId="{B265A0D7-01E6-4448-AA30-7144D254E506}" dt="2024-10-31T16:03:47.377" v="136" actId="47"/>
          <pc:sldLayoutMkLst>
            <pc:docMk/>
            <pc:sldMasterMk cId="1269107551" sldId="2147483896"/>
            <pc:sldLayoutMk cId="516169982" sldId="2147483899"/>
          </pc:sldLayoutMkLst>
        </pc:sldLayoutChg>
      </pc:sldMasterChg>
    </pc:docChg>
  </pc:docChgLst>
  <pc:docChgLst>
    <pc:chgData name="Lenni Lobel" userId="38f762f444469328" providerId="LiveId" clId="{5F850C5E-9C92-4292-B852-2262ABCC5374}"/>
    <pc:docChg chg="undo redo custSel addSld delSld modSld modSection">
      <pc:chgData name="Lenni Lobel" userId="38f762f444469328" providerId="LiveId" clId="{5F850C5E-9C92-4292-B852-2262ABCC5374}" dt="2025-03-10T00:16:14.961" v="2247" actId="14100"/>
      <pc:docMkLst>
        <pc:docMk/>
      </pc:docMkLst>
      <pc:sldChg chg="delSp modSp del mod">
        <pc:chgData name="Lenni Lobel" userId="38f762f444469328" providerId="LiveId" clId="{5F850C5E-9C92-4292-B852-2262ABCC5374}" dt="2025-03-09T23:27:37.098" v="484" actId="47"/>
        <pc:sldMkLst>
          <pc:docMk/>
          <pc:sldMk cId="78160813" sldId="714"/>
        </pc:sldMkLst>
      </pc:sldChg>
      <pc:sldChg chg="del">
        <pc:chgData name="Lenni Lobel" userId="38f762f444469328" providerId="LiveId" clId="{5F850C5E-9C92-4292-B852-2262ABCC5374}" dt="2025-03-09T23:29:20.043" v="485" actId="47"/>
        <pc:sldMkLst>
          <pc:docMk/>
          <pc:sldMk cId="863559530" sldId="715"/>
        </pc:sldMkLst>
      </pc:sldChg>
      <pc:sldChg chg="modSp mod">
        <pc:chgData name="Lenni Lobel" userId="38f762f444469328" providerId="LiveId" clId="{5F850C5E-9C92-4292-B852-2262ABCC5374}" dt="2025-03-10T00:16:14.961" v="2247" actId="14100"/>
        <pc:sldMkLst>
          <pc:docMk/>
          <pc:sldMk cId="1236749180" sldId="1581"/>
        </pc:sldMkLst>
      </pc:sldChg>
      <pc:sldChg chg="modSp mod">
        <pc:chgData name="Lenni Lobel" userId="38f762f444469328" providerId="LiveId" clId="{5F850C5E-9C92-4292-B852-2262ABCC5374}" dt="2025-03-09T23:30:24.628" v="488" actId="1036"/>
        <pc:sldMkLst>
          <pc:docMk/>
          <pc:sldMk cId="1982399785" sldId="1591"/>
        </pc:sldMkLst>
      </pc:sldChg>
      <pc:sldChg chg="modSp mod">
        <pc:chgData name="Lenni Lobel" userId="38f762f444469328" providerId="LiveId" clId="{5F850C5E-9C92-4292-B852-2262ABCC5374}" dt="2025-03-09T23:31:51.475" v="493" actId="108"/>
        <pc:sldMkLst>
          <pc:docMk/>
          <pc:sldMk cId="503479379" sldId="1674"/>
        </pc:sldMkLst>
      </pc:sldChg>
      <pc:sldChg chg="del">
        <pc:chgData name="Lenni Lobel" userId="38f762f444469328" providerId="LiveId" clId="{5F850C5E-9C92-4292-B852-2262ABCC5374}" dt="2025-03-09T23:31:38.752" v="492" actId="47"/>
        <pc:sldMkLst>
          <pc:docMk/>
          <pc:sldMk cId="1943305935" sldId="1675"/>
        </pc:sldMkLst>
      </pc:sldChg>
      <pc:sldChg chg="addSp modSp add del mod">
        <pc:chgData name="Lenni Lobel" userId="38f762f444469328" providerId="LiveId" clId="{5F850C5E-9C92-4292-B852-2262ABCC5374}" dt="2025-03-09T23:27:35.611" v="483" actId="47"/>
        <pc:sldMkLst>
          <pc:docMk/>
          <pc:sldMk cId="3294403237" sldId="1697"/>
        </pc:sldMkLst>
      </pc:sldChg>
      <pc:sldChg chg="delSp modSp add del mod">
        <pc:chgData name="Lenni Lobel" userId="38f762f444469328" providerId="LiveId" clId="{5F850C5E-9C92-4292-B852-2262ABCC5374}" dt="2025-03-09T23:27:32.574" v="482" actId="47"/>
        <pc:sldMkLst>
          <pc:docMk/>
          <pc:sldMk cId="909500807" sldId="1698"/>
        </pc:sldMkLst>
      </pc:sldChg>
      <pc:sldChg chg="addSp modSp add del mod">
        <pc:chgData name="Lenni Lobel" userId="38f762f444469328" providerId="LiveId" clId="{5F850C5E-9C92-4292-B852-2262ABCC5374}" dt="2025-03-09T23:27:30.468" v="481" actId="47"/>
        <pc:sldMkLst>
          <pc:docMk/>
          <pc:sldMk cId="2848125045" sldId="1699"/>
        </pc:sldMkLst>
      </pc:sldChg>
      <pc:sldChg chg="addSp delSp modSp add mod">
        <pc:chgData name="Lenni Lobel" userId="38f762f444469328" providerId="LiveId" clId="{5F850C5E-9C92-4292-B852-2262ABCC5374}" dt="2025-03-10T00:15:34.157" v="2236" actId="14100"/>
        <pc:sldMkLst>
          <pc:docMk/>
          <pc:sldMk cId="435518859" sldId="1700"/>
        </pc:sldMkLst>
      </pc:sldChg>
      <pc:sldChg chg="modSp add mod modAnim">
        <pc:chgData name="Lenni Lobel" userId="38f762f444469328" providerId="LiveId" clId="{5F850C5E-9C92-4292-B852-2262ABCC5374}" dt="2025-03-09T23:47:33.342" v="1116"/>
        <pc:sldMkLst>
          <pc:docMk/>
          <pc:sldMk cId="3409021112" sldId="1701"/>
        </pc:sldMkLst>
      </pc:sldChg>
      <pc:sldChg chg="add">
        <pc:chgData name="Lenni Lobel" userId="38f762f444469328" providerId="LiveId" clId="{5F850C5E-9C92-4292-B852-2262ABCC5374}" dt="2025-03-09T23:31:35.233" v="491"/>
        <pc:sldMkLst>
          <pc:docMk/>
          <pc:sldMk cId="1440760532" sldId="1702"/>
        </pc:sldMkLst>
      </pc:sldChg>
      <pc:sldChg chg="modSp add del modAnim">
        <pc:chgData name="Lenni Lobel" userId="38f762f444469328" providerId="LiveId" clId="{5F850C5E-9C92-4292-B852-2262ABCC5374}" dt="2025-03-09T23:42:25.297" v="1033"/>
        <pc:sldMkLst>
          <pc:docMk/>
          <pc:sldMk cId="515127551" sldId="1703"/>
        </pc:sldMkLst>
      </pc:sldChg>
      <pc:sldChg chg="add">
        <pc:chgData name="Lenni Lobel" userId="38f762f444469328" providerId="LiveId" clId="{5F850C5E-9C92-4292-B852-2262ABCC5374}" dt="2025-03-09T23:48:20.078" v="1117"/>
        <pc:sldMkLst>
          <pc:docMk/>
          <pc:sldMk cId="3072018640" sldId="1703"/>
        </pc:sldMkLst>
      </pc:sldChg>
      <pc:sldChg chg="delSp modSp add del mod delAnim modAnim">
        <pc:chgData name="Lenni Lobel" userId="38f762f444469328" providerId="LiveId" clId="{5F850C5E-9C92-4292-B852-2262ABCC5374}" dt="2025-03-10T00:15:09.415" v="2193" actId="47"/>
        <pc:sldMkLst>
          <pc:docMk/>
          <pc:sldMk cId="2861086281" sldId="1704"/>
        </pc:sldMkLst>
      </pc:sldChg>
    </pc:docChg>
  </pc:docChgLst>
  <pc:docChgLst>
    <pc:chgData name="Lenni Lobel" userId="38f762f444469328" providerId="LiveId" clId="{DE2C7A4C-D87B-46AD-8486-F10D96830DC8}"/>
    <pc:docChg chg="addSld delSld modSld modSection">
      <pc:chgData name="Lenni Lobel" userId="38f762f444469328" providerId="LiveId" clId="{DE2C7A4C-D87B-46AD-8486-F10D96830DC8}" dt="2023-04-16T12:54:33.013" v="46" actId="47"/>
      <pc:docMkLst>
        <pc:docMk/>
      </pc:docMkLst>
      <pc:sldChg chg="del">
        <pc:chgData name="Lenni Lobel" userId="38f762f444469328" providerId="LiveId" clId="{DE2C7A4C-D87B-46AD-8486-F10D96830DC8}" dt="2023-04-16T12:54:33.013" v="46" actId="47"/>
        <pc:sldMkLst>
          <pc:docMk/>
          <pc:sldMk cId="405188728" sldId="258"/>
        </pc:sldMkLst>
      </pc:sldChg>
      <pc:sldChg chg="modSp">
        <pc:chgData name="Lenni Lobel" userId="38f762f444469328" providerId="LiveId" clId="{DE2C7A4C-D87B-46AD-8486-F10D96830DC8}" dt="2023-04-16T12:54:21.166" v="45" actId="20577"/>
        <pc:sldMkLst>
          <pc:docMk/>
          <pc:sldMk cId="2234205357" sldId="471"/>
        </pc:sldMkLst>
      </pc:sldChg>
      <pc:sldChg chg="modSp add mod">
        <pc:chgData name="Lenni Lobel" userId="38f762f444469328" providerId="LiveId" clId="{DE2C7A4C-D87B-46AD-8486-F10D96830DC8}" dt="2023-04-16T12:54:13.569" v="36" actId="20577"/>
        <pc:sldMkLst>
          <pc:docMk/>
          <pc:sldMk cId="3156928707" sldId="1646"/>
        </pc:sldMkLst>
      </pc:sldChg>
    </pc:docChg>
  </pc:docChgLst>
  <pc:docChgLst>
    <pc:chgData name="Lenni Lobel" userId="38f762f444469328" providerId="LiveId" clId="{DFBB21C1-0788-422D-9E4E-044230FA29AF}"/>
    <pc:docChg chg="custSel addSld delSld modSld modSection">
      <pc:chgData name="Lenni Lobel" userId="38f762f444469328" providerId="LiveId" clId="{DFBB21C1-0788-422D-9E4E-044230FA29AF}" dt="2022-09-18T16:59:04.541" v="306" actId="20577"/>
      <pc:docMkLst>
        <pc:docMk/>
      </pc:docMkLst>
      <pc:sldChg chg="modSp mod">
        <pc:chgData name="Lenni Lobel" userId="38f762f444469328" providerId="LiveId" clId="{DFBB21C1-0788-422D-9E4E-044230FA29AF}" dt="2022-09-18T15:56:08.210" v="2" actId="20577"/>
        <pc:sldMkLst>
          <pc:docMk/>
          <pc:sldMk cId="3856491425" sldId="1051"/>
        </pc:sldMkLst>
      </pc:sldChg>
      <pc:sldChg chg="modSp del mod modShow">
        <pc:chgData name="Lenni Lobel" userId="38f762f444469328" providerId="LiveId" clId="{DFBB21C1-0788-422D-9E4E-044230FA29AF}" dt="2022-09-18T15:57:25.286" v="12" actId="47"/>
        <pc:sldMkLst>
          <pc:docMk/>
          <pc:sldMk cId="326775621" sldId="1582"/>
        </pc:sldMkLst>
      </pc:sldChg>
      <pc:sldChg chg="modSp mod">
        <pc:chgData name="Lenni Lobel" userId="38f762f444469328" providerId="LiveId" clId="{DFBB21C1-0788-422D-9E4E-044230FA29AF}" dt="2022-09-18T16:59:04.541" v="306" actId="20577"/>
        <pc:sldMkLst>
          <pc:docMk/>
          <pc:sldMk cId="2579392436" sldId="1600"/>
        </pc:sldMkLst>
      </pc:sldChg>
      <pc:sldChg chg="add">
        <pc:chgData name="Lenni Lobel" userId="38f762f444469328" providerId="LiveId" clId="{DFBB21C1-0788-422D-9E4E-044230FA29AF}" dt="2022-09-18T15:56:32.815" v="10"/>
        <pc:sldMkLst>
          <pc:docMk/>
          <pc:sldMk cId="3668370596" sldId="1607"/>
        </pc:sldMkLst>
      </pc:sldChg>
    </pc:docChg>
  </pc:docChgLst>
  <pc:docChgLst>
    <pc:chgData name="Lenni Lobel" userId="38f762f444469328" providerId="LiveId" clId="{004ABC6E-1D91-40DB-A3E5-EA60AB3FA3E8}"/>
    <pc:docChg chg="undo redo custSel addSld delSld modSld sldOrd modSection">
      <pc:chgData name="Lenni Lobel" userId="38f762f444469328" providerId="LiveId" clId="{004ABC6E-1D91-40DB-A3E5-EA60AB3FA3E8}" dt="2022-06-05T15:22:05.586" v="5690" actId="1035"/>
      <pc:docMkLst>
        <pc:docMk/>
      </pc:docMkLst>
      <pc:sldChg chg="del">
        <pc:chgData name="Lenni Lobel" userId="38f762f444469328" providerId="LiveId" clId="{004ABC6E-1D91-40DB-A3E5-EA60AB3FA3E8}" dt="2022-06-03T14:38:24.104" v="56" actId="47"/>
        <pc:sldMkLst>
          <pc:docMk/>
          <pc:sldMk cId="405188728" sldId="258"/>
        </pc:sldMkLst>
      </pc:sldChg>
      <pc:sldChg chg="addSp modSp add mod modAnim">
        <pc:chgData name="Lenni Lobel" userId="38f762f444469328" providerId="LiveId" clId="{004ABC6E-1D91-40DB-A3E5-EA60AB3FA3E8}" dt="2022-06-04T15:11:45.678" v="1408"/>
        <pc:sldMkLst>
          <pc:docMk/>
          <pc:sldMk cId="3984473760" sldId="370"/>
        </pc:sldMkLst>
      </pc:sldChg>
      <pc:sldChg chg="modSp">
        <pc:chgData name="Lenni Lobel" userId="38f762f444469328" providerId="LiveId" clId="{004ABC6E-1D91-40DB-A3E5-EA60AB3FA3E8}" dt="2022-06-03T14:38:56.662" v="64" actId="6549"/>
        <pc:sldMkLst>
          <pc:docMk/>
          <pc:sldMk cId="2234205357" sldId="471"/>
        </pc:sldMkLst>
      </pc:sldChg>
      <pc:sldChg chg="modSp mod">
        <pc:chgData name="Lenni Lobel" userId="38f762f444469328" providerId="LiveId" clId="{004ABC6E-1D91-40DB-A3E5-EA60AB3FA3E8}" dt="2022-06-05T15:20:08.654" v="5616" actId="20577"/>
        <pc:sldMkLst>
          <pc:docMk/>
          <pc:sldMk cId="2472224333" sldId="703"/>
        </pc:sldMkLst>
      </pc:sldChg>
      <pc:sldChg chg="addSp delSp modSp del mod modAnim">
        <pc:chgData name="Lenni Lobel" userId="38f762f444469328" providerId="LiveId" clId="{004ABC6E-1D91-40DB-A3E5-EA60AB3FA3E8}" dt="2022-06-05T14:10:01.739" v="5432" actId="47"/>
        <pc:sldMkLst>
          <pc:docMk/>
          <pc:sldMk cId="3747081185" sldId="713"/>
        </pc:sldMkLst>
      </pc:sldChg>
      <pc:sldChg chg="addSp delSp modSp mod modAnim">
        <pc:chgData name="Lenni Lobel" userId="38f762f444469328" providerId="LiveId" clId="{004ABC6E-1D91-40DB-A3E5-EA60AB3FA3E8}" dt="2022-06-05T15:22:05.586" v="5690" actId="1035"/>
        <pc:sldMkLst>
          <pc:docMk/>
          <pc:sldMk cId="78160813" sldId="714"/>
        </pc:sldMkLst>
      </pc:sldChg>
      <pc:sldChg chg="addSp delSp modSp del mod">
        <pc:chgData name="Lenni Lobel" userId="38f762f444469328" providerId="LiveId" clId="{004ABC6E-1D91-40DB-A3E5-EA60AB3FA3E8}" dt="2022-06-05T15:19:11.076" v="5607" actId="47"/>
        <pc:sldMkLst>
          <pc:docMk/>
          <pc:sldMk cId="3912274670" sldId="717"/>
        </pc:sldMkLst>
      </pc:sldChg>
      <pc:sldChg chg="del">
        <pc:chgData name="Lenni Lobel" userId="38f762f444469328" providerId="LiveId" clId="{004ABC6E-1D91-40DB-A3E5-EA60AB3FA3E8}" dt="2022-06-05T15:19:59.527" v="5608" actId="47"/>
        <pc:sldMkLst>
          <pc:docMk/>
          <pc:sldMk cId="3948074144" sldId="719"/>
        </pc:sldMkLst>
      </pc:sldChg>
      <pc:sldChg chg="del">
        <pc:chgData name="Lenni Lobel" userId="38f762f444469328" providerId="LiveId" clId="{004ABC6E-1D91-40DB-A3E5-EA60AB3FA3E8}" dt="2022-06-05T15:19:59.527" v="5608" actId="47"/>
        <pc:sldMkLst>
          <pc:docMk/>
          <pc:sldMk cId="530082869" sldId="720"/>
        </pc:sldMkLst>
      </pc:sldChg>
      <pc:sldChg chg="del">
        <pc:chgData name="Lenni Lobel" userId="38f762f444469328" providerId="LiveId" clId="{004ABC6E-1D91-40DB-A3E5-EA60AB3FA3E8}" dt="2022-06-05T15:19:59.527" v="5608" actId="47"/>
        <pc:sldMkLst>
          <pc:docMk/>
          <pc:sldMk cId="2543558359" sldId="721"/>
        </pc:sldMkLst>
      </pc:sldChg>
      <pc:sldChg chg="addSp modSp mod modAnim">
        <pc:chgData name="Lenni Lobel" userId="38f762f444469328" providerId="LiveId" clId="{004ABC6E-1D91-40DB-A3E5-EA60AB3FA3E8}" dt="2022-06-04T17:08:34.039" v="4426" actId="14100"/>
        <pc:sldMkLst>
          <pc:docMk/>
          <pc:sldMk cId="1075392855" sldId="748"/>
        </pc:sldMkLst>
      </pc:sldChg>
      <pc:sldChg chg="del">
        <pc:chgData name="Lenni Lobel" userId="38f762f444469328" providerId="LiveId" clId="{004ABC6E-1D91-40DB-A3E5-EA60AB3FA3E8}" dt="2022-06-03T14:39:45.888" v="68" actId="47"/>
        <pc:sldMkLst>
          <pc:docMk/>
          <pc:sldMk cId="160606916" sldId="800"/>
        </pc:sldMkLst>
      </pc:sldChg>
      <pc:sldChg chg="modSp">
        <pc:chgData name="Lenni Lobel" userId="38f762f444469328" providerId="LiveId" clId="{004ABC6E-1D91-40DB-A3E5-EA60AB3FA3E8}" dt="2022-06-04T15:12:30.796" v="1414" actId="6549"/>
        <pc:sldMkLst>
          <pc:docMk/>
          <pc:sldMk cId="3640314037" sldId="857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2283120144" sldId="907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3199014896" sldId="912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1516139992" sldId="918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3264848900" sldId="920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2485434138" sldId="927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109392381" sldId="928"/>
        </pc:sldMkLst>
      </pc:sldChg>
      <pc:sldChg chg="add ord">
        <pc:chgData name="Lenni Lobel" userId="38f762f444469328" providerId="LiveId" clId="{004ABC6E-1D91-40DB-A3E5-EA60AB3FA3E8}" dt="2022-06-03T14:39:43.719" v="67"/>
        <pc:sldMkLst>
          <pc:docMk/>
          <pc:sldMk cId="344067799" sldId="1033"/>
        </pc:sldMkLst>
      </pc:sldChg>
      <pc:sldChg chg="modSp mod modAnim">
        <pc:chgData name="Lenni Lobel" userId="38f762f444469328" providerId="LiveId" clId="{004ABC6E-1D91-40DB-A3E5-EA60AB3FA3E8}" dt="2022-06-04T16:01:57.321" v="2780" actId="1035"/>
        <pc:sldMkLst>
          <pc:docMk/>
          <pc:sldMk cId="3331253355" sldId="1128"/>
        </pc:sldMkLst>
      </pc:sldChg>
      <pc:sldChg chg="modSp del mod">
        <pc:chgData name="Lenni Lobel" userId="38f762f444469328" providerId="LiveId" clId="{004ABC6E-1D91-40DB-A3E5-EA60AB3FA3E8}" dt="2022-06-04T15:59:25.269" v="2719" actId="47"/>
        <pc:sldMkLst>
          <pc:docMk/>
          <pc:sldMk cId="1470321535" sldId="1132"/>
        </pc:sldMkLst>
      </pc:sldChg>
      <pc:sldChg chg="modSp">
        <pc:chgData name="Lenni Lobel" userId="38f762f444469328" providerId="LiveId" clId="{004ABC6E-1D91-40DB-A3E5-EA60AB3FA3E8}" dt="2022-06-04T16:00:11.781" v="2722" actId="20577"/>
        <pc:sldMkLst>
          <pc:docMk/>
          <pc:sldMk cId="3155996541" sldId="1135"/>
        </pc:sldMkLst>
      </pc:sldChg>
      <pc:sldChg chg="modSp mod">
        <pc:chgData name="Lenni Lobel" userId="38f762f444469328" providerId="LiveId" clId="{004ABC6E-1D91-40DB-A3E5-EA60AB3FA3E8}" dt="2022-06-04T17:12:59.063" v="4486" actId="14100"/>
        <pc:sldMkLst>
          <pc:docMk/>
          <pc:sldMk cId="2734624263" sldId="1138"/>
        </pc:sldMkLst>
      </pc:sldChg>
      <pc:sldChg chg="mod modShow">
        <pc:chgData name="Lenni Lobel" userId="38f762f444469328" providerId="LiveId" clId="{004ABC6E-1D91-40DB-A3E5-EA60AB3FA3E8}" dt="2022-06-04T17:01:00.378" v="4218" actId="729"/>
        <pc:sldMkLst>
          <pc:docMk/>
          <pc:sldMk cId="2996001791" sldId="1182"/>
        </pc:sldMkLst>
      </pc:sldChg>
      <pc:sldChg chg="mod modShow">
        <pc:chgData name="Lenni Lobel" userId="38f762f444469328" providerId="LiveId" clId="{004ABC6E-1D91-40DB-A3E5-EA60AB3FA3E8}" dt="2022-06-04T17:01:00.378" v="4218" actId="729"/>
        <pc:sldMkLst>
          <pc:docMk/>
          <pc:sldMk cId="3666036936" sldId="1183"/>
        </pc:sldMkLst>
      </pc:sldChg>
      <pc:sldChg chg="mod modShow">
        <pc:chgData name="Lenni Lobel" userId="38f762f444469328" providerId="LiveId" clId="{004ABC6E-1D91-40DB-A3E5-EA60AB3FA3E8}" dt="2022-06-04T17:01:00.378" v="4218" actId="729"/>
        <pc:sldMkLst>
          <pc:docMk/>
          <pc:sldMk cId="1716622432" sldId="1184"/>
        </pc:sldMkLst>
      </pc:sldChg>
      <pc:sldChg chg="mod modShow">
        <pc:chgData name="Lenni Lobel" userId="38f762f444469328" providerId="LiveId" clId="{004ABC6E-1D91-40DB-A3E5-EA60AB3FA3E8}" dt="2022-06-04T17:01:10.805" v="4219" actId="729"/>
        <pc:sldMkLst>
          <pc:docMk/>
          <pc:sldMk cId="4041679261" sldId="1185"/>
        </pc:sldMkLst>
      </pc:sldChg>
      <pc:sldChg chg="mod modShow">
        <pc:chgData name="Lenni Lobel" userId="38f762f444469328" providerId="LiveId" clId="{004ABC6E-1D91-40DB-A3E5-EA60AB3FA3E8}" dt="2022-06-04T17:01:10.805" v="4219" actId="729"/>
        <pc:sldMkLst>
          <pc:docMk/>
          <pc:sldMk cId="1016544531" sldId="1186"/>
        </pc:sldMkLst>
      </pc:sldChg>
      <pc:sldChg chg="modSp">
        <pc:chgData name="Lenni Lobel" userId="38f762f444469328" providerId="LiveId" clId="{004ABC6E-1D91-40DB-A3E5-EA60AB3FA3E8}" dt="2022-06-05T13:26:35.611" v="4487" actId="20577"/>
        <pc:sldMkLst>
          <pc:docMk/>
          <pc:sldMk cId="944666765" sldId="1241"/>
        </pc:sldMkLst>
      </pc:sldChg>
      <pc:sldChg chg="modSp mod modNotesTx">
        <pc:chgData name="Lenni Lobel" userId="38f762f444469328" providerId="LiveId" clId="{004ABC6E-1D91-40DB-A3E5-EA60AB3FA3E8}" dt="2022-06-04T16:38:20.510" v="3636" actId="27636"/>
        <pc:sldMkLst>
          <pc:docMk/>
          <pc:sldMk cId="1449874890" sldId="1277"/>
        </pc:sldMkLst>
      </pc:sldChg>
      <pc:sldChg chg="modSp mod modAnim">
        <pc:chgData name="Lenni Lobel" userId="38f762f444469328" providerId="LiveId" clId="{004ABC6E-1D91-40DB-A3E5-EA60AB3FA3E8}" dt="2022-06-04T17:11:33.549" v="4455" actId="20577"/>
        <pc:sldMkLst>
          <pc:docMk/>
          <pc:sldMk cId="2779118389" sldId="1278"/>
        </pc:sldMkLst>
      </pc:sldChg>
      <pc:sldChg chg="mod modShow">
        <pc:chgData name="Lenni Lobel" userId="38f762f444469328" providerId="LiveId" clId="{004ABC6E-1D91-40DB-A3E5-EA60AB3FA3E8}" dt="2022-06-04T17:01:00.378" v="4218" actId="729"/>
        <pc:sldMkLst>
          <pc:docMk/>
          <pc:sldMk cId="2749210641" sldId="1289"/>
        </pc:sldMkLst>
      </pc:sldChg>
      <pc:sldChg chg="mod modShow">
        <pc:chgData name="Lenni Lobel" userId="38f762f444469328" providerId="LiveId" clId="{004ABC6E-1D91-40DB-A3E5-EA60AB3FA3E8}" dt="2022-06-04T17:01:10.805" v="4219" actId="729"/>
        <pc:sldMkLst>
          <pc:docMk/>
          <pc:sldMk cId="2759754140" sldId="1290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3124473574" sldId="1293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3428024257" sldId="1294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2942368078" sldId="1295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2954040507" sldId="1298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505140069" sldId="1299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3877534376" sldId="1300"/>
        </pc:sldMkLst>
      </pc:sldChg>
      <pc:sldChg chg="mod modShow">
        <pc:chgData name="Lenni Lobel" userId="38f762f444469328" providerId="LiveId" clId="{004ABC6E-1D91-40DB-A3E5-EA60AB3FA3E8}" dt="2022-06-05T14:10:49.756" v="5433" actId="729"/>
        <pc:sldMkLst>
          <pc:docMk/>
          <pc:sldMk cId="396724675" sldId="1540"/>
        </pc:sldMkLst>
      </pc:sldChg>
      <pc:sldChg chg="addSp modSp add mod ord">
        <pc:chgData name="Lenni Lobel" userId="38f762f444469328" providerId="LiveId" clId="{004ABC6E-1D91-40DB-A3E5-EA60AB3FA3E8}" dt="2022-06-04T17:01:29.414" v="4221" actId="14100"/>
        <pc:sldMkLst>
          <pc:docMk/>
          <pc:sldMk cId="3706739629" sldId="1565"/>
        </pc:sldMkLst>
      </pc:sldChg>
      <pc:sldChg chg="addSp delSp modSp add mod ord modAnim">
        <pc:chgData name="Lenni Lobel" userId="38f762f444469328" providerId="LiveId" clId="{004ABC6E-1D91-40DB-A3E5-EA60AB3FA3E8}" dt="2022-06-04T17:01:34.339" v="4223"/>
        <pc:sldMkLst>
          <pc:docMk/>
          <pc:sldMk cId="3043678440" sldId="1566"/>
        </pc:sldMkLst>
      </pc:sldChg>
      <pc:sldChg chg="addSp delSp modSp add mod">
        <pc:chgData name="Lenni Lobel" userId="38f762f444469328" providerId="LiveId" clId="{004ABC6E-1D91-40DB-A3E5-EA60AB3FA3E8}" dt="2022-06-04T17:01:45.499" v="4229"/>
        <pc:sldMkLst>
          <pc:docMk/>
          <pc:sldMk cId="565900224" sldId="1567"/>
        </pc:sldMkLst>
      </pc:sldChg>
      <pc:sldChg chg="addSp delSp modSp add mod modAnim">
        <pc:chgData name="Lenni Lobel" userId="38f762f444469328" providerId="LiveId" clId="{004ABC6E-1D91-40DB-A3E5-EA60AB3FA3E8}" dt="2022-06-04T17:01:37.910" v="4225"/>
        <pc:sldMkLst>
          <pc:docMk/>
          <pc:sldMk cId="476717521" sldId="1568"/>
        </pc:sldMkLst>
      </pc:sldChg>
      <pc:sldChg chg="addSp delSp modSp add mod delAnim">
        <pc:chgData name="Lenni Lobel" userId="38f762f444469328" providerId="LiveId" clId="{004ABC6E-1D91-40DB-A3E5-EA60AB3FA3E8}" dt="2022-06-04T17:01:41.496" v="4227"/>
        <pc:sldMkLst>
          <pc:docMk/>
          <pc:sldMk cId="2113092903" sldId="1569"/>
        </pc:sldMkLst>
      </pc:sldChg>
      <pc:sldChg chg="addSp delSp modSp add mod ord modAnim modNotesTx">
        <pc:chgData name="Lenni Lobel" userId="38f762f444469328" providerId="LiveId" clId="{004ABC6E-1D91-40DB-A3E5-EA60AB3FA3E8}" dt="2022-06-05T14:04:51.155" v="5431" actId="20577"/>
        <pc:sldMkLst>
          <pc:docMk/>
          <pc:sldMk cId="1124016032" sldId="1570"/>
        </pc:sldMkLst>
      </pc:sldChg>
      <pc:sldChg chg="addSp modSp add del mod">
        <pc:chgData name="Lenni Lobel" userId="38f762f444469328" providerId="LiveId" clId="{004ABC6E-1D91-40DB-A3E5-EA60AB3FA3E8}" dt="2022-06-04T15:15:26.997" v="1428" actId="47"/>
        <pc:sldMkLst>
          <pc:docMk/>
          <pc:sldMk cId="1913481038" sldId="1570"/>
        </pc:sldMkLst>
      </pc:sldChg>
      <pc:sldChg chg="add del">
        <pc:chgData name="Lenni Lobel" userId="38f762f444469328" providerId="LiveId" clId="{004ABC6E-1D91-40DB-A3E5-EA60AB3FA3E8}" dt="2022-06-04T15:19:45.630" v="1430" actId="47"/>
        <pc:sldMkLst>
          <pc:docMk/>
          <pc:sldMk cId="2124591338" sldId="1570"/>
        </pc:sldMkLst>
      </pc:sldChg>
      <pc:sldChg chg="addSp delSp modSp add del mod delAnim modAnim">
        <pc:chgData name="Lenni Lobel" userId="38f762f444469328" providerId="LiveId" clId="{004ABC6E-1D91-40DB-A3E5-EA60AB3FA3E8}" dt="2022-06-04T16:08:43.215" v="2792" actId="47"/>
        <pc:sldMkLst>
          <pc:docMk/>
          <pc:sldMk cId="58782108" sldId="1571"/>
        </pc:sldMkLst>
      </pc:sldChg>
      <pc:sldChg chg="addSp modSp add del mod modAnim">
        <pc:chgData name="Lenni Lobel" userId="38f762f444469328" providerId="LiveId" clId="{004ABC6E-1D91-40DB-A3E5-EA60AB3FA3E8}" dt="2022-06-04T15:59:25.269" v="2719" actId="47"/>
        <pc:sldMkLst>
          <pc:docMk/>
          <pc:sldMk cId="1002412347" sldId="1572"/>
        </pc:sldMkLst>
      </pc:sldChg>
      <pc:sldChg chg="modSp add modAnim">
        <pc:chgData name="Lenni Lobel" userId="38f762f444469328" providerId="LiveId" clId="{004ABC6E-1D91-40DB-A3E5-EA60AB3FA3E8}" dt="2022-06-04T17:09:40.331" v="4440" actId="20577"/>
        <pc:sldMkLst>
          <pc:docMk/>
          <pc:sldMk cId="2548408029" sldId="1573"/>
        </pc:sldMkLst>
      </pc:sldChg>
      <pc:sldChg chg="addSp delSp modSp add mod modAnim">
        <pc:chgData name="Lenni Lobel" userId="38f762f444469328" providerId="LiveId" clId="{004ABC6E-1D91-40DB-A3E5-EA60AB3FA3E8}" dt="2022-06-05T13:49:04.387" v="5262" actId="20577"/>
        <pc:sldMkLst>
          <pc:docMk/>
          <pc:sldMk cId="978743016" sldId="1574"/>
        </pc:sldMkLst>
      </pc:sldChg>
      <pc:sldChg chg="delSp modSp add del mod ord delAnim">
        <pc:chgData name="Lenni Lobel" userId="38f762f444469328" providerId="LiveId" clId="{004ABC6E-1D91-40DB-A3E5-EA60AB3FA3E8}" dt="2022-06-04T16:09:11.065" v="2793" actId="47"/>
        <pc:sldMkLst>
          <pc:docMk/>
          <pc:sldMk cId="2002160349" sldId="1574"/>
        </pc:sldMkLst>
      </pc:sldChg>
      <pc:sldChg chg="addSp delSp modSp add mod modAnim">
        <pc:chgData name="Lenni Lobel" userId="38f762f444469328" providerId="LiveId" clId="{004ABC6E-1D91-40DB-A3E5-EA60AB3FA3E8}" dt="2022-06-05T13:49:13.048" v="5285" actId="20577"/>
        <pc:sldMkLst>
          <pc:docMk/>
          <pc:sldMk cId="2872799101" sldId="1575"/>
        </pc:sldMkLst>
      </pc:sldChg>
      <pc:sldChg chg="addSp delSp modSp add mod modAnim">
        <pc:chgData name="Lenni Lobel" userId="38f762f444469328" providerId="LiveId" clId="{004ABC6E-1D91-40DB-A3E5-EA60AB3FA3E8}" dt="2022-06-04T17:07:42.624" v="4412"/>
        <pc:sldMkLst>
          <pc:docMk/>
          <pc:sldMk cId="2190689094" sldId="1576"/>
        </pc:sldMkLst>
      </pc:sldChg>
      <pc:sldChg chg="addSp delSp modSp add mod modAnim">
        <pc:chgData name="Lenni Lobel" userId="38f762f444469328" providerId="LiveId" clId="{004ABC6E-1D91-40DB-A3E5-EA60AB3FA3E8}" dt="2022-06-04T17:07:46.977" v="4416" actId="20577"/>
        <pc:sldMkLst>
          <pc:docMk/>
          <pc:sldMk cId="948115886" sldId="1577"/>
        </pc:sldMkLst>
      </pc:sldChg>
      <pc:sldChg chg="addSp delSp modSp add mod modAnim">
        <pc:chgData name="Lenni Lobel" userId="38f762f444469328" providerId="LiveId" clId="{004ABC6E-1D91-40DB-A3E5-EA60AB3FA3E8}" dt="2022-06-05T13:50:32.402" v="5418" actId="20577"/>
        <pc:sldMkLst>
          <pc:docMk/>
          <pc:sldMk cId="771901311" sldId="1578"/>
        </pc:sldMkLst>
      </pc:sldChg>
      <pc:sldChg chg="add del">
        <pc:chgData name="Lenni Lobel" userId="38f762f444469328" providerId="LiveId" clId="{004ABC6E-1D91-40DB-A3E5-EA60AB3FA3E8}" dt="2022-06-04T16:19:48.444" v="3371" actId="47"/>
        <pc:sldMkLst>
          <pc:docMk/>
          <pc:sldMk cId="671541549" sldId="1579"/>
        </pc:sldMkLst>
      </pc:sldChg>
      <pc:sldChg chg="addSp delSp modSp add mod">
        <pc:chgData name="Lenni Lobel" userId="38f762f444469328" providerId="LiveId" clId="{004ABC6E-1D91-40DB-A3E5-EA60AB3FA3E8}" dt="2022-06-04T17:07:53.298" v="4420"/>
        <pc:sldMkLst>
          <pc:docMk/>
          <pc:sldMk cId="3526206791" sldId="1580"/>
        </pc:sldMkLst>
      </pc:sldChg>
      <pc:sldChg chg="add">
        <pc:chgData name="Lenni Lobel" userId="38f762f444469328" providerId="LiveId" clId="{004ABC6E-1D91-40DB-A3E5-EA60AB3FA3E8}" dt="2022-06-04T16:50:18.787" v="3844"/>
        <pc:sldMkLst>
          <pc:docMk/>
          <pc:sldMk cId="1236749180" sldId="1581"/>
        </pc:sldMkLst>
      </pc:sldChg>
      <pc:sldChg chg="addSp delSp modSp add mod ord modAnim modNotesTx">
        <pc:chgData name="Lenni Lobel" userId="38f762f444469328" providerId="LiveId" clId="{004ABC6E-1D91-40DB-A3E5-EA60AB3FA3E8}" dt="2022-06-05T14:02:00.409" v="5427" actId="6549"/>
        <pc:sldMkLst>
          <pc:docMk/>
          <pc:sldMk cId="326775621" sldId="1582"/>
        </pc:sldMkLst>
      </pc:sldChg>
      <pc:sldChg chg="add del">
        <pc:chgData name="Lenni Lobel" userId="38f762f444469328" providerId="LiveId" clId="{004ABC6E-1D91-40DB-A3E5-EA60AB3FA3E8}" dt="2022-06-05T13:48:07.759" v="5239" actId="47"/>
        <pc:sldMkLst>
          <pc:docMk/>
          <pc:sldMk cId="2727112807" sldId="1583"/>
        </pc:sldMkLst>
      </pc:sldChg>
      <pc:sldChg chg="add del">
        <pc:chgData name="Lenni Lobel" userId="38f762f444469328" providerId="LiveId" clId="{004ABC6E-1D91-40DB-A3E5-EA60AB3FA3E8}" dt="2022-06-05T15:19:59.527" v="5608" actId="47"/>
        <pc:sldMkLst>
          <pc:docMk/>
          <pc:sldMk cId="2832958080" sldId="1583"/>
        </pc:sldMkLst>
      </pc:sldChg>
      <pc:sldChg chg="addSp delSp modSp add del mod">
        <pc:chgData name="Lenni Lobel" userId="38f762f444469328" providerId="LiveId" clId="{004ABC6E-1D91-40DB-A3E5-EA60AB3FA3E8}" dt="2022-06-05T15:05:43.400" v="5551" actId="47"/>
        <pc:sldMkLst>
          <pc:docMk/>
          <pc:sldMk cId="4065554393" sldId="1584"/>
        </pc:sldMkLst>
      </pc:sldChg>
      <pc:sldChg chg="add del">
        <pc:chgData name="Lenni Lobel" userId="38f762f444469328" providerId="LiveId" clId="{004ABC6E-1D91-40DB-A3E5-EA60AB3FA3E8}" dt="2022-06-05T15:05:43.400" v="5551" actId="47"/>
        <pc:sldMkLst>
          <pc:docMk/>
          <pc:sldMk cId="3689023679" sldId="1585"/>
        </pc:sldMkLst>
      </pc:sldChg>
      <pc:sldChg chg="add del">
        <pc:chgData name="Lenni Lobel" userId="38f762f444469328" providerId="LiveId" clId="{004ABC6E-1D91-40DB-A3E5-EA60AB3FA3E8}" dt="2022-06-05T15:05:43.400" v="5551" actId="47"/>
        <pc:sldMkLst>
          <pc:docMk/>
          <pc:sldMk cId="2999646411" sldId="1586"/>
        </pc:sldMkLst>
      </pc:sldChg>
      <pc:sldChg chg="addSp delSp modSp add del mod">
        <pc:chgData name="Lenni Lobel" userId="38f762f444469328" providerId="LiveId" clId="{004ABC6E-1D91-40DB-A3E5-EA60AB3FA3E8}" dt="2022-06-05T15:18:43.228" v="5600"/>
        <pc:sldMkLst>
          <pc:docMk/>
          <pc:sldMk cId="3864739443" sldId="1587"/>
        </pc:sldMkLst>
      </pc:sldChg>
      <pc:sldChg chg="delSp modSp add del mod">
        <pc:chgData name="Lenni Lobel" userId="38f762f444469328" providerId="LiveId" clId="{004ABC6E-1D91-40DB-A3E5-EA60AB3FA3E8}" dt="2022-06-05T15:05:27.657" v="5549" actId="47"/>
        <pc:sldMkLst>
          <pc:docMk/>
          <pc:sldMk cId="1511268831" sldId="1588"/>
        </pc:sldMkLst>
      </pc:sldChg>
      <pc:sldChg chg="addSp delSp modSp add mod">
        <pc:chgData name="Lenni Lobel" userId="38f762f444469328" providerId="LiveId" clId="{004ABC6E-1D91-40DB-A3E5-EA60AB3FA3E8}" dt="2022-06-05T15:18:33.593" v="5596" actId="14100"/>
        <pc:sldMkLst>
          <pc:docMk/>
          <pc:sldMk cId="2867791642" sldId="1589"/>
        </pc:sldMkLst>
      </pc:sldChg>
      <pc:sldChg chg="delSp add del mod">
        <pc:chgData name="Lenni Lobel" userId="38f762f444469328" providerId="LiveId" clId="{004ABC6E-1D91-40DB-A3E5-EA60AB3FA3E8}" dt="2022-06-05T15:14:32.234" v="5570" actId="47"/>
        <pc:sldMkLst>
          <pc:docMk/>
          <pc:sldMk cId="3074703980" sldId="1590"/>
        </pc:sldMkLst>
      </pc:sldChg>
      <pc:sldChg chg="addSp delSp modSp add mod">
        <pc:chgData name="Lenni Lobel" userId="38f762f444469328" providerId="LiveId" clId="{004ABC6E-1D91-40DB-A3E5-EA60AB3FA3E8}" dt="2022-06-05T15:18:41.070" v="5598"/>
        <pc:sldMkLst>
          <pc:docMk/>
          <pc:sldMk cId="1982399785" sldId="1591"/>
        </pc:sldMkLst>
      </pc:sldChg>
      <pc:sldChg chg="addSp delSp modSp add mod">
        <pc:chgData name="Lenni Lobel" userId="38f762f444469328" providerId="LiveId" clId="{004ABC6E-1D91-40DB-A3E5-EA60AB3FA3E8}" dt="2022-06-05T15:18:40.187" v="5597"/>
        <pc:sldMkLst>
          <pc:docMk/>
          <pc:sldMk cId="1316201730" sldId="1592"/>
        </pc:sldMkLst>
      </pc:sldChg>
      <pc:sldChg chg="addSp delSp modSp add mod">
        <pc:chgData name="Lenni Lobel" userId="38f762f444469328" providerId="LiveId" clId="{004ABC6E-1D91-40DB-A3E5-EA60AB3FA3E8}" dt="2022-06-05T15:18:41.885" v="5599"/>
        <pc:sldMkLst>
          <pc:docMk/>
          <pc:sldMk cId="557627917" sldId="1593"/>
        </pc:sldMkLst>
      </pc:sldChg>
      <pc:sldChg chg="addSp delSp modSp add mod ord">
        <pc:chgData name="Lenni Lobel" userId="38f762f444469328" providerId="LiveId" clId="{004ABC6E-1D91-40DB-A3E5-EA60AB3FA3E8}" dt="2022-06-05T15:19:09.616" v="5606"/>
        <pc:sldMkLst>
          <pc:docMk/>
          <pc:sldMk cId="1651420600" sldId="1594"/>
        </pc:sldMkLst>
      </pc:sldChg>
    </pc:docChg>
  </pc:docChgLst>
  <pc:docChgLst>
    <pc:chgData name="Lenni Lobel" userId="38f762f444469328" providerId="LiveId" clId="{FFAC439C-ABC0-4D5E-A62B-D1FAE3B82A6C}"/>
    <pc:docChg chg="undo custSel addSld delSld modSld sldOrd modSection">
      <pc:chgData name="Lenni Lobel" userId="38f762f444469328" providerId="LiveId" clId="{FFAC439C-ABC0-4D5E-A62B-D1FAE3B82A6C}" dt="2024-03-06T13:10:41.254" v="3659"/>
      <pc:docMkLst>
        <pc:docMk/>
      </pc:docMkLst>
      <pc:sldChg chg="del">
        <pc:chgData name="Lenni Lobel" userId="38f762f444469328" providerId="LiveId" clId="{FFAC439C-ABC0-4D5E-A62B-D1FAE3B82A6C}" dt="2024-03-06T12:50:30.872" v="2538" actId="47"/>
        <pc:sldMkLst>
          <pc:docMk/>
          <pc:sldMk cId="566255482" sldId="617"/>
        </pc:sldMkLst>
      </pc:sldChg>
      <pc:sldChg chg="del">
        <pc:chgData name="Lenni Lobel" userId="38f762f444469328" providerId="LiveId" clId="{FFAC439C-ABC0-4D5E-A62B-D1FAE3B82A6C}" dt="2024-03-06T12:07:42.370" v="1209" actId="47"/>
        <pc:sldMkLst>
          <pc:docMk/>
          <pc:sldMk cId="540453251" sldId="650"/>
        </pc:sldMkLst>
      </pc:sldChg>
      <pc:sldChg chg="del">
        <pc:chgData name="Lenni Lobel" userId="38f762f444469328" providerId="LiveId" clId="{FFAC439C-ABC0-4D5E-A62B-D1FAE3B82A6C}" dt="2024-03-06T13:03:58.615" v="3658" actId="47"/>
        <pc:sldMkLst>
          <pc:docMk/>
          <pc:sldMk cId="4288226609" sldId="695"/>
        </pc:sldMkLst>
      </pc:sldChg>
      <pc:sldChg chg="del">
        <pc:chgData name="Lenni Lobel" userId="38f762f444469328" providerId="LiveId" clId="{FFAC439C-ABC0-4D5E-A62B-D1FAE3B82A6C}" dt="2024-03-06T12:14:53.375" v="1566" actId="47"/>
        <pc:sldMkLst>
          <pc:docMk/>
          <pc:sldMk cId="2472224333" sldId="703"/>
        </pc:sldMkLst>
      </pc:sldChg>
      <pc:sldChg chg="del">
        <pc:chgData name="Lenni Lobel" userId="38f762f444469328" providerId="LiveId" clId="{FFAC439C-ABC0-4D5E-A62B-D1FAE3B82A6C}" dt="2024-03-06T12:18:53.010" v="1821" actId="47"/>
        <pc:sldMkLst>
          <pc:docMk/>
          <pc:sldMk cId="2877595120" sldId="711"/>
        </pc:sldMkLst>
      </pc:sldChg>
      <pc:sldChg chg="del">
        <pc:chgData name="Lenni Lobel" userId="38f762f444469328" providerId="LiveId" clId="{FFAC439C-ABC0-4D5E-A62B-D1FAE3B82A6C}" dt="2024-03-06T01:13:38.122" v="394" actId="47"/>
        <pc:sldMkLst>
          <pc:docMk/>
          <pc:sldMk cId="3640314037" sldId="857"/>
        </pc:sldMkLst>
      </pc:sldChg>
      <pc:sldChg chg="del">
        <pc:chgData name="Lenni Lobel" userId="38f762f444469328" providerId="LiveId" clId="{FFAC439C-ABC0-4D5E-A62B-D1FAE3B82A6C}" dt="2024-03-03T13:44:04.329" v="217" actId="47"/>
        <pc:sldMkLst>
          <pc:docMk/>
          <pc:sldMk cId="4265533736" sldId="1136"/>
        </pc:sldMkLst>
      </pc:sldChg>
      <pc:sldChg chg="del">
        <pc:chgData name="Lenni Lobel" userId="38f762f444469328" providerId="LiveId" clId="{FFAC439C-ABC0-4D5E-A62B-D1FAE3B82A6C}" dt="2024-03-06T01:19:15.748" v="676" actId="47"/>
        <pc:sldMkLst>
          <pc:docMk/>
          <pc:sldMk cId="2691966755" sldId="1212"/>
        </pc:sldMkLst>
      </pc:sldChg>
      <pc:sldChg chg="del">
        <pc:chgData name="Lenni Lobel" userId="38f762f444469328" providerId="LiveId" clId="{FFAC439C-ABC0-4D5E-A62B-D1FAE3B82A6C}" dt="2024-03-06T12:05:32.676" v="955" actId="47"/>
        <pc:sldMkLst>
          <pc:docMk/>
          <pc:sldMk cId="2492579827" sldId="1247"/>
        </pc:sldMkLst>
      </pc:sldChg>
      <pc:sldChg chg="del">
        <pc:chgData name="Lenni Lobel" userId="38f762f444469328" providerId="LiveId" clId="{FFAC439C-ABC0-4D5E-A62B-D1FAE3B82A6C}" dt="2024-03-06T13:03:42.908" v="3657" actId="47"/>
        <pc:sldMkLst>
          <pc:docMk/>
          <pc:sldMk cId="2775866791" sldId="1301"/>
        </pc:sldMkLst>
      </pc:sldChg>
      <pc:sldChg chg="del">
        <pc:chgData name="Lenni Lobel" userId="38f762f444469328" providerId="LiveId" clId="{FFAC439C-ABC0-4D5E-A62B-D1FAE3B82A6C}" dt="2024-03-03T13:37:09.015" v="216" actId="47"/>
        <pc:sldMkLst>
          <pc:docMk/>
          <pc:sldMk cId="1080020727" sldId="1566"/>
        </pc:sldMkLst>
      </pc:sldChg>
      <pc:sldChg chg="del">
        <pc:chgData name="Lenni Lobel" userId="38f762f444469328" providerId="LiveId" clId="{FFAC439C-ABC0-4D5E-A62B-D1FAE3B82A6C}" dt="2024-03-03T13:37:09.015" v="216" actId="47"/>
        <pc:sldMkLst>
          <pc:docMk/>
          <pc:sldMk cId="469646841" sldId="1568"/>
        </pc:sldMkLst>
      </pc:sldChg>
      <pc:sldChg chg="delSp mod">
        <pc:chgData name="Lenni Lobel" userId="38f762f444469328" providerId="LiveId" clId="{FFAC439C-ABC0-4D5E-A62B-D1FAE3B82A6C}" dt="2024-03-06T01:21:06.585" v="677" actId="478"/>
        <pc:sldMkLst>
          <pc:docMk/>
          <pc:sldMk cId="3022962612" sldId="1599"/>
        </pc:sldMkLst>
      </pc:sldChg>
      <pc:sldChg chg="del">
        <pc:chgData name="Lenni Lobel" userId="38f762f444469328" providerId="LiveId" clId="{FFAC439C-ABC0-4D5E-A62B-D1FAE3B82A6C}" dt="2024-03-03T13:37:09.015" v="216" actId="47"/>
        <pc:sldMkLst>
          <pc:docMk/>
          <pc:sldMk cId="3055840327" sldId="1602"/>
        </pc:sldMkLst>
      </pc:sldChg>
      <pc:sldChg chg="del">
        <pc:chgData name="Lenni Lobel" userId="38f762f444469328" providerId="LiveId" clId="{FFAC439C-ABC0-4D5E-A62B-D1FAE3B82A6C}" dt="2024-03-03T13:37:09.015" v="216" actId="47"/>
        <pc:sldMkLst>
          <pc:docMk/>
          <pc:sldMk cId="82444292" sldId="1603"/>
        </pc:sldMkLst>
      </pc:sldChg>
      <pc:sldChg chg="del">
        <pc:chgData name="Lenni Lobel" userId="38f762f444469328" providerId="LiveId" clId="{FFAC439C-ABC0-4D5E-A62B-D1FAE3B82A6C}" dt="2024-03-03T13:37:09.015" v="216" actId="47"/>
        <pc:sldMkLst>
          <pc:docMk/>
          <pc:sldMk cId="1108758240" sldId="1606"/>
        </pc:sldMkLst>
      </pc:sldChg>
      <pc:sldChg chg="del">
        <pc:chgData name="Lenni Lobel" userId="38f762f444469328" providerId="LiveId" clId="{FFAC439C-ABC0-4D5E-A62B-D1FAE3B82A6C}" dt="2024-03-02T22:23:14.137" v="39" actId="47"/>
        <pc:sldMkLst>
          <pc:docMk/>
          <pc:sldMk cId="461252753" sldId="1612"/>
        </pc:sldMkLst>
      </pc:sldChg>
      <pc:sldChg chg="add setBg">
        <pc:chgData name="Lenni Lobel" userId="38f762f444469328" providerId="LiveId" clId="{FFAC439C-ABC0-4D5E-A62B-D1FAE3B82A6C}" dt="2024-03-03T13:36:57.571" v="215"/>
        <pc:sldMkLst>
          <pc:docMk/>
          <pc:sldMk cId="1910535044" sldId="1630"/>
        </pc:sldMkLst>
      </pc:sldChg>
      <pc:sldChg chg="add setBg">
        <pc:chgData name="Lenni Lobel" userId="38f762f444469328" providerId="LiveId" clId="{FFAC439C-ABC0-4D5E-A62B-D1FAE3B82A6C}" dt="2024-03-03T13:36:57.571" v="215"/>
        <pc:sldMkLst>
          <pc:docMk/>
          <pc:sldMk cId="2306695533" sldId="1631"/>
        </pc:sldMkLst>
      </pc:sldChg>
      <pc:sldChg chg="del">
        <pc:chgData name="Lenni Lobel" userId="38f762f444469328" providerId="LiveId" clId="{FFAC439C-ABC0-4D5E-A62B-D1FAE3B82A6C}" dt="2024-03-02T22:23:14.137" v="39" actId="47"/>
        <pc:sldMkLst>
          <pc:docMk/>
          <pc:sldMk cId="4190291758" sldId="1631"/>
        </pc:sldMkLst>
      </pc:sldChg>
      <pc:sldChg chg="add setBg">
        <pc:chgData name="Lenni Lobel" userId="38f762f444469328" providerId="LiveId" clId="{FFAC439C-ABC0-4D5E-A62B-D1FAE3B82A6C}" dt="2024-03-03T13:36:57.571" v="215"/>
        <pc:sldMkLst>
          <pc:docMk/>
          <pc:sldMk cId="372870352" sldId="1632"/>
        </pc:sldMkLst>
      </pc:sldChg>
      <pc:sldChg chg="del">
        <pc:chgData name="Lenni Lobel" userId="38f762f444469328" providerId="LiveId" clId="{FFAC439C-ABC0-4D5E-A62B-D1FAE3B82A6C}" dt="2024-03-02T22:23:14.137" v="39" actId="47"/>
        <pc:sldMkLst>
          <pc:docMk/>
          <pc:sldMk cId="3497368754" sldId="1632"/>
        </pc:sldMkLst>
      </pc:sldChg>
      <pc:sldChg chg="del">
        <pc:chgData name="Lenni Lobel" userId="38f762f444469328" providerId="LiveId" clId="{FFAC439C-ABC0-4D5E-A62B-D1FAE3B82A6C}" dt="2024-03-02T22:21:08.015" v="8" actId="47"/>
        <pc:sldMkLst>
          <pc:docMk/>
          <pc:sldMk cId="235282077" sldId="1647"/>
        </pc:sldMkLst>
      </pc:sldChg>
      <pc:sldChg chg="del">
        <pc:chgData name="Lenni Lobel" userId="38f762f444469328" providerId="LiveId" clId="{FFAC439C-ABC0-4D5E-A62B-D1FAE3B82A6C}" dt="2024-03-02T22:23:14.137" v="39" actId="47"/>
        <pc:sldMkLst>
          <pc:docMk/>
          <pc:sldMk cId="126834784" sldId="1648"/>
        </pc:sldMkLst>
      </pc:sldChg>
      <pc:sldChg chg="addSp modSp add mod setBg">
        <pc:chgData name="Lenni Lobel" userId="38f762f444469328" providerId="LiveId" clId="{FFAC439C-ABC0-4D5E-A62B-D1FAE3B82A6C}" dt="2024-03-02T22:23:05.566" v="37"/>
        <pc:sldMkLst>
          <pc:docMk/>
          <pc:sldMk cId="2482279276" sldId="1663"/>
        </pc:sldMkLst>
      </pc:sldChg>
      <pc:sldChg chg="add del ord">
        <pc:chgData name="Lenni Lobel" userId="38f762f444469328" providerId="LiveId" clId="{FFAC439C-ABC0-4D5E-A62B-D1FAE3B82A6C}" dt="2024-03-02T22:22:38.044" v="36" actId="47"/>
        <pc:sldMkLst>
          <pc:docMk/>
          <pc:sldMk cId="450269106" sldId="1664"/>
        </pc:sldMkLst>
      </pc:sldChg>
      <pc:sldChg chg="addSp delSp modSp add mod delAnim modAnim">
        <pc:chgData name="Lenni Lobel" userId="38f762f444469328" providerId="LiveId" clId="{FFAC439C-ABC0-4D5E-A62B-D1FAE3B82A6C}" dt="2024-03-02T22:23:06.668" v="38"/>
        <pc:sldMkLst>
          <pc:docMk/>
          <pc:sldMk cId="3764159580" sldId="1665"/>
        </pc:sldMkLst>
      </pc:sldChg>
      <pc:sldChg chg="delSp modSp add mod">
        <pc:chgData name="Lenni Lobel" userId="38f762f444469328" providerId="LiveId" clId="{FFAC439C-ABC0-4D5E-A62B-D1FAE3B82A6C}" dt="2024-03-02T22:25:28.161" v="214" actId="1076"/>
        <pc:sldMkLst>
          <pc:docMk/>
          <pc:sldMk cId="3039559447" sldId="1666"/>
        </pc:sldMkLst>
      </pc:sldChg>
      <pc:sldChg chg="add setBg modAnim">
        <pc:chgData name="Lenni Lobel" userId="38f762f444469328" providerId="LiveId" clId="{FFAC439C-ABC0-4D5E-A62B-D1FAE3B82A6C}" dt="2024-03-06T13:10:41.254" v="3659"/>
        <pc:sldMkLst>
          <pc:docMk/>
          <pc:sldMk cId="3141200318" sldId="1667"/>
        </pc:sldMkLst>
      </pc:sldChg>
      <pc:sldChg chg="add setBg">
        <pc:chgData name="Lenni Lobel" userId="38f762f444469328" providerId="LiveId" clId="{FFAC439C-ABC0-4D5E-A62B-D1FAE3B82A6C}" dt="2024-03-03T13:36:57.571" v="215"/>
        <pc:sldMkLst>
          <pc:docMk/>
          <pc:sldMk cId="4144620986" sldId="1668"/>
        </pc:sldMkLst>
      </pc:sldChg>
      <pc:sldChg chg="delSp modSp add mod delAnim modAnim">
        <pc:chgData name="Lenni Lobel" userId="38f762f444469328" providerId="LiveId" clId="{FFAC439C-ABC0-4D5E-A62B-D1FAE3B82A6C}" dt="2024-03-06T12:35:51.388" v="2224" actId="255"/>
        <pc:sldMkLst>
          <pc:docMk/>
          <pc:sldMk cId="3272392481" sldId="1669"/>
        </pc:sldMkLst>
      </pc:sldChg>
      <pc:sldChg chg="delSp modSp add mod modAnim">
        <pc:chgData name="Lenni Lobel" userId="38f762f444469328" providerId="LiveId" clId="{FFAC439C-ABC0-4D5E-A62B-D1FAE3B82A6C}" dt="2024-03-06T12:36:45.492" v="2230" actId="255"/>
        <pc:sldMkLst>
          <pc:docMk/>
          <pc:sldMk cId="629095109" sldId="1670"/>
        </pc:sldMkLst>
      </pc:sldChg>
      <pc:sldChg chg="delSp modSp add mod delAnim modAnim">
        <pc:chgData name="Lenni Lobel" userId="38f762f444469328" providerId="LiveId" clId="{FFAC439C-ABC0-4D5E-A62B-D1FAE3B82A6C}" dt="2024-03-06T12:38:48.128" v="2237" actId="1076"/>
        <pc:sldMkLst>
          <pc:docMk/>
          <pc:sldMk cId="2335232006" sldId="1671"/>
        </pc:sldMkLst>
      </pc:sldChg>
      <pc:sldChg chg="modSp add mod modAnim">
        <pc:chgData name="Lenni Lobel" userId="38f762f444469328" providerId="LiveId" clId="{FFAC439C-ABC0-4D5E-A62B-D1FAE3B82A6C}" dt="2024-03-06T12:39:32.129" v="2245" actId="1076"/>
        <pc:sldMkLst>
          <pc:docMk/>
          <pc:sldMk cId="3492822223" sldId="1672"/>
        </pc:sldMkLst>
      </pc:sldChg>
      <pc:sldChg chg="delSp modSp add del mod delAnim modAnim">
        <pc:chgData name="Lenni Lobel" userId="38f762f444469328" providerId="LiveId" clId="{FFAC439C-ABC0-4D5E-A62B-D1FAE3B82A6C}" dt="2024-03-06T12:14:56.423" v="1567" actId="47"/>
        <pc:sldMkLst>
          <pc:docMk/>
          <pc:sldMk cId="949707926" sldId="1673"/>
        </pc:sldMkLst>
      </pc:sldChg>
      <pc:sldChg chg="addSp delSp modSp add mod ord delAnim modAnim">
        <pc:chgData name="Lenni Lobel" userId="38f762f444469328" providerId="LiveId" clId="{FFAC439C-ABC0-4D5E-A62B-D1FAE3B82A6C}" dt="2024-03-06T12:41:27.985" v="2270" actId="14100"/>
        <pc:sldMkLst>
          <pc:docMk/>
          <pc:sldMk cId="503479379" sldId="1674"/>
        </pc:sldMkLst>
      </pc:sldChg>
      <pc:sldChg chg="modSp add mod modAnim">
        <pc:chgData name="Lenni Lobel" userId="38f762f444469328" providerId="LiveId" clId="{FFAC439C-ABC0-4D5E-A62B-D1FAE3B82A6C}" dt="2024-03-06T12:34:51.989" v="2221" actId="1076"/>
        <pc:sldMkLst>
          <pc:docMk/>
          <pc:sldMk cId="1943305935" sldId="1675"/>
        </pc:sldMkLst>
      </pc:sldChg>
      <pc:sldChg chg="delSp modSp add mod delAnim">
        <pc:chgData name="Lenni Lobel" userId="38f762f444469328" providerId="LiveId" clId="{FFAC439C-ABC0-4D5E-A62B-D1FAE3B82A6C}" dt="2024-03-06T12:33:07.103" v="2209" actId="108"/>
        <pc:sldMkLst>
          <pc:docMk/>
          <pc:sldMk cId="664066790" sldId="1676"/>
        </pc:sldMkLst>
      </pc:sldChg>
      <pc:sldChg chg="delSp modSp add mod delAnim modAnim">
        <pc:chgData name="Lenni Lobel" userId="38f762f444469328" providerId="LiveId" clId="{FFAC439C-ABC0-4D5E-A62B-D1FAE3B82A6C}" dt="2024-03-06T12:50:13.941" v="2537"/>
        <pc:sldMkLst>
          <pc:docMk/>
          <pc:sldMk cId="2793402928" sldId="1677"/>
        </pc:sldMkLst>
      </pc:sldChg>
      <pc:sldChg chg="delSp modSp add mod ord delAnim modAnim">
        <pc:chgData name="Lenni Lobel" userId="38f762f444469328" providerId="LiveId" clId="{FFAC439C-ABC0-4D5E-A62B-D1FAE3B82A6C}" dt="2024-03-06T12:58:19.718" v="3199"/>
        <pc:sldMkLst>
          <pc:docMk/>
          <pc:sldMk cId="3071247635" sldId="1678"/>
        </pc:sldMkLst>
      </pc:sldChg>
      <pc:sldChg chg="modSp add mod modAnim">
        <pc:chgData name="Lenni Lobel" userId="38f762f444469328" providerId="LiveId" clId="{FFAC439C-ABC0-4D5E-A62B-D1FAE3B82A6C}" dt="2024-03-06T13:03:23.576" v="3656" actId="1036"/>
        <pc:sldMkLst>
          <pc:docMk/>
          <pc:sldMk cId="3509921748" sldId="1679"/>
        </pc:sldMkLst>
      </pc:sldChg>
    </pc:docChg>
  </pc:docChgLst>
  <pc:docChgLst>
    <pc:chgData name="Lenni Lobel" userId="38f762f444469328" providerId="LiveId" clId="{5FBEA58A-8626-4CE4-97D6-ABF28F3AF836}"/>
    <pc:docChg chg="modSld">
      <pc:chgData name="Lenni Lobel" userId="38f762f444469328" providerId="LiveId" clId="{5FBEA58A-8626-4CE4-97D6-ABF28F3AF836}" dt="2022-09-28T15:39:29.583" v="0" actId="729"/>
      <pc:docMkLst>
        <pc:docMk/>
      </pc:docMkLst>
      <pc:sldChg chg="mod modShow">
        <pc:chgData name="Lenni Lobel" userId="38f762f444469328" providerId="LiveId" clId="{5FBEA58A-8626-4CE4-97D6-ABF28F3AF836}" dt="2022-09-28T15:39:29.583" v="0" actId="729"/>
        <pc:sldMkLst>
          <pc:docMk/>
          <pc:sldMk cId="82444292" sldId="1603"/>
        </pc:sldMkLst>
      </pc:sldChg>
      <pc:sldChg chg="mod modShow">
        <pc:chgData name="Lenni Lobel" userId="38f762f444469328" providerId="LiveId" clId="{5FBEA58A-8626-4CE4-97D6-ABF28F3AF836}" dt="2022-09-28T15:39:29.583" v="0" actId="729"/>
        <pc:sldMkLst>
          <pc:docMk/>
          <pc:sldMk cId="1108758240" sldId="1606"/>
        </pc:sldMkLst>
      </pc:sldChg>
    </pc:docChg>
  </pc:docChgLst>
  <pc:docChgLst>
    <pc:chgData name="Lenni Lobel" userId="38f762f444469328" providerId="LiveId" clId="{6A576ABB-5C64-4937-94E5-442CC24EA8FF}"/>
    <pc:docChg chg="modSld">
      <pc:chgData name="Lenni Lobel" userId="38f762f444469328" providerId="LiveId" clId="{6A576ABB-5C64-4937-94E5-442CC24EA8FF}" dt="2023-05-19T21:13:23.331" v="0" actId="6549"/>
      <pc:docMkLst>
        <pc:docMk/>
      </pc:docMkLst>
      <pc:sldChg chg="modSp">
        <pc:chgData name="Lenni Lobel" userId="38f762f444469328" providerId="LiveId" clId="{6A576ABB-5C64-4937-94E5-442CC24EA8FF}" dt="2023-05-19T21:13:23.331" v="0" actId="6549"/>
        <pc:sldMkLst>
          <pc:docMk/>
          <pc:sldMk cId="3818018427" sldId="13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E63A2-433C-2447-B893-859ADBD601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222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353FC-0869-45D3-95AF-CC29198471C2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65AC4-17B0-4E19-8496-B264E70A18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346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15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84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1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60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68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7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94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95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61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55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82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5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21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03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35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29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59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2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00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32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63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251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3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lang="en-US" sz="3600" dirty="0">
                <a:solidFill>
                  <a:srgbClr val="195570"/>
                </a:solidFill>
                <a:latin typeface="Arial Bold" pitchFamily="-72" charset="0"/>
                <a:ea typeface="ＭＳ Ｐゴシック" pitchFamily="-72" charset="-128"/>
                <a:cs typeface="ＭＳ Ｐゴシック" pitchFamily="-72" charset="-128"/>
              </a:defRPr>
            </a:lvl1pPr>
          </a:lstStyle>
          <a:p>
            <a:pPr lvl="0" algn="l" fontAlgn="base"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CB30F-45B8-70BF-4C12-DD4A24EEAD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43842" y="4594622"/>
            <a:ext cx="900158" cy="54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572859-1641-472D-FC7B-31A912295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43842" y="4594622"/>
            <a:ext cx="900158" cy="54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5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95FD0-63D9-ABB1-777D-173A26114C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43842" y="4594622"/>
            <a:ext cx="900158" cy="54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5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Visual Studio Live! Washington, D.C.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lang="en-US" sz="3600" dirty="0">
                <a:solidFill>
                  <a:srgbClr val="195570"/>
                </a:solidFill>
                <a:latin typeface="Arial Bold" pitchFamily="-72" charset="0"/>
                <a:ea typeface="ＭＳ Ｐゴシック" pitchFamily="-72" charset="-128"/>
                <a:cs typeface="ＭＳ Ｐゴシック" pitchFamily="-72" charset="-128"/>
              </a:defRPr>
            </a:lvl1pPr>
          </a:lstStyle>
          <a:p>
            <a:pPr lvl="0" algn="l" fontAlgn="base"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5CC644-93C3-6F1A-AFCE-6E3336DDE8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43842" y="4594622"/>
            <a:ext cx="900158" cy="54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6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7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5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533772" y="2247473"/>
            <a:ext cx="8076461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rgbClr val="EC0D7D"/>
                </a:gs>
              </a:gsLst>
              <a:lin ang="4800000" scaled="0"/>
            </a:gra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723063" y="296081"/>
            <a:ext cx="7887170" cy="1785839"/>
          </a:xfrm>
        </p:spPr>
        <p:txBody>
          <a:bodyPr anchor="b"/>
          <a:lstStyle>
            <a:lvl1pPr algn="l">
              <a:defRPr sz="2700" b="0" i="0" spc="-84" baseline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2488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89" y="44129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="0" i="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97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(Option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476625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 err="1">
              <a:solidFill>
                <a:schemeClr val="bg1"/>
              </a:solidFill>
              <a:latin typeface="Gotham Medium" panose="02000604030000020004" pitchFamily="50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76625" cy="514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76625" cy="51435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1540964"/>
            <a:ext cx="3471862" cy="404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700" b="0" i="0" dirty="0">
                <a:solidFill>
                  <a:schemeClr val="bg1"/>
                </a:solidFill>
                <a:latin typeface="+mj-lt"/>
                <a:ea typeface="Gotham Light" charset="0"/>
                <a:cs typeface="Gotham Light" charset="0"/>
              </a:rPr>
              <a:t>Demo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886201" y="246173"/>
            <a:ext cx="4847480" cy="4492819"/>
          </a:xfrm>
        </p:spPr>
        <p:txBody>
          <a:bodyPr anchor="ctr"/>
          <a:lstStyle>
            <a:lvl1pPr algn="l">
              <a:lnSpc>
                <a:spcPct val="100000"/>
              </a:lnSpc>
              <a:defRPr sz="18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2pPr>
            <a:lvl3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3pPr>
            <a:lvl4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4pPr>
            <a:lvl5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 marL="1714500" indent="0">
              <a:buNone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097281" y="0"/>
            <a:ext cx="109728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b="0" dirty="0">
                <a:latin typeface="Gotham Medium" panose="02000604030000020004" pitchFamily="50" charset="0"/>
              </a:rPr>
              <a:t>This bullet list is </a:t>
            </a:r>
            <a:r>
              <a:rPr lang="en-US" sz="105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preset</a:t>
            </a:r>
            <a:r>
              <a:rPr lang="en-US" sz="1050" b="0" dirty="0">
                <a:solidFill>
                  <a:schemeClr val="accent1"/>
                </a:solidFill>
                <a:latin typeface="Gotham Medium" panose="02000604030000020004" pitchFamily="50" charset="0"/>
              </a:rPr>
              <a:t> </a:t>
            </a:r>
            <a:r>
              <a:rPr lang="en-US" sz="1050" b="0" dirty="0">
                <a:latin typeface="Gotham Medium" panose="02000604030000020004" pitchFamily="50" charset="0"/>
              </a:rPr>
              <a:t>with </a:t>
            </a:r>
            <a:r>
              <a:rPr lang="en-US" sz="105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25408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6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7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8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9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Chunk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4662998" y="3066253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526002" y="3066253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4662998" y="1645159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526002" y="1645159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89" y="44129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73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hunking: Two Ite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662998" y="1637239"/>
            <a:ext cx="3943350" cy="261620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9886" y="1637239"/>
            <a:ext cx="3943350" cy="261620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89" y="44129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1685695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Text Chunk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038480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3282240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6001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89" y="44129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516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"/>
          <p:cNvSpPr>
            <a:spLocks noGrp="1"/>
          </p:cNvSpPr>
          <p:nvPr>
            <p:ph sz="quarter" idx="13" hasCustomPrompt="1"/>
          </p:nvPr>
        </p:nvSpPr>
        <p:spPr>
          <a:xfrm>
            <a:off x="462644" y="1331610"/>
            <a:ext cx="8238334" cy="3172730"/>
          </a:xfrm>
        </p:spPr>
        <p:txBody>
          <a:bodyPr>
            <a:normAutofit/>
          </a:bodyPr>
          <a:lstStyle>
            <a:lvl1pPr marL="222847" indent="-222847">
              <a:buClr>
                <a:schemeClr val="accent1"/>
              </a:buClr>
              <a:buSzPct val="70000"/>
              <a:buFont typeface="Wingdings" charset="2"/>
              <a:buChar char="§"/>
              <a:defRPr sz="195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39587" indent="-216740">
              <a:buClr>
                <a:schemeClr val="bg1">
                  <a:lumMod val="65000"/>
                </a:schemeClr>
              </a:buClr>
              <a:buSzPct val="70000"/>
              <a:buFont typeface="Lucida Grande"/>
              <a:buChar char="-"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62432" indent="-215216">
              <a:buClr>
                <a:schemeClr val="bg1">
                  <a:lumMod val="85000"/>
                </a:schemeClr>
              </a:buClr>
              <a:buSzPct val="70000"/>
              <a:buFont typeface="Lucida Grande"/>
              <a:buChar char="•"/>
              <a:defRPr sz="165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22701" indent="-160267">
              <a:buClr>
                <a:schemeClr val="bg1">
                  <a:lumMod val="85000"/>
                </a:schemeClr>
              </a:buClr>
              <a:buSzPct val="70000"/>
              <a:buFont typeface="Wingdings" panose="05000000000000000000" pitchFamily="2" charset="2"/>
              <a:buChar char="§"/>
              <a:defRPr sz="15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882227" indent="-222847">
              <a:buClrTx/>
              <a:defRPr sz="16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text or click the image icon to add a graphic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463177" y="140402"/>
            <a:ext cx="8234387" cy="1178237"/>
          </a:xfrm>
          <a:prstGeom prst="rect">
            <a:avLst/>
          </a:prstGeom>
        </p:spPr>
        <p:txBody>
          <a:bodyPr vert="horz" lIns="0" tIns="43960" rIns="87919" bIns="43960" rtlCol="0" anchor="ctr" anchorCtr="0">
            <a:no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56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722982" y="2470192"/>
            <a:ext cx="7887251" cy="754694"/>
          </a:xfrm>
        </p:spPr>
        <p:txBody>
          <a:bodyPr/>
          <a:lstStyle>
            <a:lvl1pPr marL="0" indent="0">
              <a:buNone/>
              <a:defRPr sz="2100" b="0" i="0" cap="none" baseline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33772" y="2247473"/>
            <a:ext cx="8076461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rgbClr val="EC0D7D"/>
                </a:gs>
              </a:gsLst>
              <a:lin ang="4800000" scaled="0"/>
            </a:gra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723063" y="296081"/>
            <a:ext cx="7887170" cy="1785839"/>
          </a:xfrm>
        </p:spPr>
        <p:txBody>
          <a:bodyPr anchor="b"/>
          <a:lstStyle>
            <a:lvl1pPr algn="l">
              <a:defRPr sz="3374" b="0" i="0" spc="-84" baseline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6359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hunking: Three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038480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3282240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6001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89" y="44129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256862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hunking: Five Ite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7" hasCustomPrompt="1"/>
          </p:nvPr>
        </p:nvSpPr>
        <p:spPr>
          <a:xfrm>
            <a:off x="4672890" y="3039509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6" hasCustomPrompt="1"/>
          </p:nvPr>
        </p:nvSpPr>
        <p:spPr>
          <a:xfrm>
            <a:off x="1916651" y="3039509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038480" y="1630680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3282240" y="1630680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9889" y="1630680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89" y="44129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1447903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533773" y="2247473"/>
            <a:ext cx="8076461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rgbClr val="EC0D7D"/>
                </a:gs>
              </a:gsLst>
              <a:lin ang="4800000" scaled="0"/>
            </a:gra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723064" y="296082"/>
            <a:ext cx="7887170" cy="1785839"/>
          </a:xfrm>
        </p:spPr>
        <p:txBody>
          <a:bodyPr anchor="b"/>
          <a:lstStyle>
            <a:lvl1pPr algn="l">
              <a:defRPr sz="2700" b="0" i="0" spc="-84" baseline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82631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90" y="441295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="0" i="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Slide Title in </a:t>
            </a:r>
            <a:r>
              <a:rPr lang="en-US" err="1"/>
              <a:t>Titlecase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02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(Optio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" y="0"/>
            <a:ext cx="3476625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err="1">
              <a:solidFill>
                <a:schemeClr val="bg1"/>
              </a:solidFill>
              <a:latin typeface="Gotham Medium" panose="02000604030000020004" pitchFamily="50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476625" cy="514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476625" cy="51435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1540965"/>
            <a:ext cx="3471862" cy="404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700" b="0" i="0">
                <a:solidFill>
                  <a:schemeClr val="bg1"/>
                </a:solidFill>
                <a:latin typeface="+mj-lt"/>
                <a:ea typeface="Gotham Light" charset="0"/>
                <a:cs typeface="Gotham Light" charset="0"/>
              </a:rPr>
              <a:t>Demo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886201" y="246174"/>
            <a:ext cx="4847480" cy="4492819"/>
          </a:xfrm>
        </p:spPr>
        <p:txBody>
          <a:bodyPr anchor="ctr"/>
          <a:lstStyle>
            <a:lvl1pPr algn="l">
              <a:lnSpc>
                <a:spcPct val="100000"/>
              </a:lnSpc>
              <a:defRPr sz="18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2pPr>
            <a:lvl3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3pPr>
            <a:lvl4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4pPr>
            <a:lvl5pPr algn="l"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ea typeface="Segoe UI Light" panose="020B0502040204020203" pitchFamily="34" charset="0"/>
                <a:cs typeface="Calibri" panose="020F0502020204030204" pitchFamily="34" charset="0"/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 marL="1714457" indent="0">
              <a:buNone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097281" y="1"/>
            <a:ext cx="109728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b="0">
                <a:latin typeface="Gotham Medium" panose="02000604030000020004" pitchFamily="50" charset="0"/>
              </a:rPr>
              <a:t>This bullet list is </a:t>
            </a:r>
            <a:r>
              <a:rPr lang="en-US" sz="1050" b="1">
                <a:solidFill>
                  <a:schemeClr val="accent1"/>
                </a:solidFill>
                <a:latin typeface="Gotham Medium" panose="02000604030000020004" pitchFamily="50" charset="0"/>
              </a:rPr>
              <a:t>preset</a:t>
            </a:r>
            <a:r>
              <a:rPr lang="en-US" sz="1050" b="0">
                <a:solidFill>
                  <a:schemeClr val="accent1"/>
                </a:solidFill>
                <a:latin typeface="Gotham Medium" panose="02000604030000020004" pitchFamily="50" charset="0"/>
              </a:rPr>
              <a:t> </a:t>
            </a:r>
            <a:r>
              <a:rPr lang="en-US" sz="1050" b="0">
                <a:latin typeface="Gotham Medium" panose="02000604030000020004" pitchFamily="50" charset="0"/>
              </a:rPr>
              <a:t>with </a:t>
            </a:r>
            <a:r>
              <a:rPr lang="en-US" sz="1050" b="1">
                <a:solidFill>
                  <a:schemeClr val="accent1"/>
                </a:solidFill>
                <a:latin typeface="Gotham Medium" panose="02000604030000020004" pitchFamily="50" charset="0"/>
              </a:rPr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297109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6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7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8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9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4662998" y="3066253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526002" y="3066253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4662998" y="1645159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526002" y="1645159"/>
            <a:ext cx="3943350" cy="1214156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90" y="441295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Slide Title in </a:t>
            </a:r>
            <a:r>
              <a:rPr lang="en-US" err="1"/>
              <a:t>Titlecase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43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hunking: 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662998" y="1637239"/>
            <a:ext cx="3943350" cy="261620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9886" y="1637239"/>
            <a:ext cx="3943350" cy="261620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90" y="441295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/>
              <a:t>Click to Add Slide 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1349338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"/>
          <p:cNvSpPr>
            <a:spLocks noGrp="1"/>
          </p:cNvSpPr>
          <p:nvPr>
            <p:ph sz="quarter" idx="13" hasCustomPrompt="1"/>
          </p:nvPr>
        </p:nvSpPr>
        <p:spPr>
          <a:xfrm>
            <a:off x="462645" y="1331611"/>
            <a:ext cx="8238334" cy="3172730"/>
          </a:xfrm>
        </p:spPr>
        <p:txBody>
          <a:bodyPr>
            <a:normAutofit/>
          </a:bodyPr>
          <a:lstStyle>
            <a:lvl1pPr marL="222842" indent="-222842">
              <a:buClr>
                <a:schemeClr val="accent1"/>
              </a:buClr>
              <a:buSzPct val="70000"/>
              <a:buFont typeface="Wingdings" charset="2"/>
              <a:buChar char="§"/>
              <a:defRPr sz="195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39576" indent="-216734">
              <a:buClr>
                <a:schemeClr val="bg1">
                  <a:lumMod val="65000"/>
                </a:schemeClr>
              </a:buClr>
              <a:buSzPct val="70000"/>
              <a:buFont typeface="Lucida Grande"/>
              <a:buChar char="-"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62416" indent="-215210">
              <a:buClr>
                <a:schemeClr val="bg1">
                  <a:lumMod val="85000"/>
                </a:schemeClr>
              </a:buClr>
              <a:buSzPct val="70000"/>
              <a:buFont typeface="Lucida Grande"/>
              <a:buChar char="•"/>
              <a:defRPr sz="165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22680" indent="-160263">
              <a:buClr>
                <a:schemeClr val="bg1">
                  <a:lumMod val="85000"/>
                </a:schemeClr>
              </a:buClr>
              <a:buSzPct val="70000"/>
              <a:buFont typeface="Wingdings" panose="05000000000000000000" pitchFamily="2" charset="2"/>
              <a:buChar char="§"/>
              <a:defRPr sz="15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882205" indent="-222842">
              <a:buClrTx/>
              <a:defRPr sz="16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text or click the image icon to add a graphic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463178" y="140403"/>
            <a:ext cx="8234387" cy="1178237"/>
          </a:xfrm>
          <a:prstGeom prst="rect">
            <a:avLst/>
          </a:prstGeom>
        </p:spPr>
        <p:txBody>
          <a:bodyPr vert="horz" lIns="0" tIns="43960" rIns="87919" bIns="43960" rtlCol="0" anchor="ctr" anchorCtr="0">
            <a:no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Slide Title in </a:t>
            </a:r>
            <a:r>
              <a:rPr lang="en-US" err="1"/>
              <a:t>Titlecase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7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722983" y="2470192"/>
            <a:ext cx="7887251" cy="754694"/>
          </a:xfrm>
        </p:spPr>
        <p:txBody>
          <a:bodyPr/>
          <a:lstStyle>
            <a:lvl1pPr marL="0" indent="0">
              <a:buNone/>
              <a:defRPr sz="2100" b="0" i="0" cap="none" baseline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33773" y="2247473"/>
            <a:ext cx="8076461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rgbClr val="EC0D7D"/>
                </a:gs>
              </a:gsLst>
              <a:lin ang="4800000" scaled="0"/>
            </a:gra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723064" y="296082"/>
            <a:ext cx="7887170" cy="1785839"/>
          </a:xfrm>
        </p:spPr>
        <p:txBody>
          <a:bodyPr anchor="b"/>
          <a:lstStyle>
            <a:lvl1pPr algn="l">
              <a:defRPr sz="3374" b="0" i="0" spc="-84" baseline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62131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hunking: Three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038480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3282240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6001" y="1633938"/>
            <a:ext cx="2571750" cy="2622550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90" y="441295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/>
              <a:t>Click to Add Slide 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2596331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hunking: Five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7" hasCustomPrompt="1"/>
          </p:nvPr>
        </p:nvSpPr>
        <p:spPr>
          <a:xfrm>
            <a:off x="4672890" y="3039510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6" hasCustomPrompt="1"/>
          </p:nvPr>
        </p:nvSpPr>
        <p:spPr>
          <a:xfrm>
            <a:off x="1916651" y="3039510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038480" y="1630681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3282240" y="1630681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529889" y="1630681"/>
            <a:ext cx="2571750" cy="1232771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9890" y="441295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/>
              <a:t>Click to Add Slide 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2489878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CC331EB7-4907-3B50-726B-D3FD905E0B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20AF0D9-129F-44DC-ACEA-BB5AB149A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126" y="4281427"/>
            <a:ext cx="6858000" cy="39381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23735-A4D6-4092-A7B8-F3632A429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126" y="3551020"/>
            <a:ext cx="6858000" cy="701318"/>
          </a:xfrm>
        </p:spPr>
        <p:txBody>
          <a:bodyPr anchor="b"/>
          <a:lstStyle>
            <a:lvl1pPr algn="ctr">
              <a:defRPr sz="4500">
                <a:solidFill>
                  <a:srgbClr val="E42D3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469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151E-C327-42F9-8EA5-95CBBC5B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Rye" panose="020E080307050006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08C71-96AB-4A29-8CF1-28E3CFEE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8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51E94-D08C-431E-88FC-7EB62E529A1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33EB1-7740-4DF8-A084-DB4A629F7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31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96" r:id="rId4"/>
    <p:sldLayoutId id="2147483797" r:id="rId5"/>
    <p:sldLayoutId id="2147483798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9889" y="1073176"/>
            <a:ext cx="8084228" cy="37076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9889" y="37881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/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1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</p:sldLayoutIdLst>
  <p:hf hdr="0" dt="0"/>
  <p:txStyles>
    <p:titleStyle>
      <a:lvl1pPr algn="ctr" defTabSz="439502" rtl="0" eaLnBrk="1" latinLnBrk="0" hangingPunct="1">
        <a:lnSpc>
          <a:spcPct val="85000"/>
        </a:lnSpc>
        <a:spcBef>
          <a:spcPct val="0"/>
        </a:spcBef>
        <a:buNone/>
        <a:defRPr sz="2700" b="0" i="0" kern="1200" cap="none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42863" indent="-42863" algn="l" defTabSz="439502" rtl="0" eaLnBrk="1" latinLnBrk="0" hangingPunct="1">
        <a:lnSpc>
          <a:spcPct val="100000"/>
        </a:lnSpc>
        <a:spcBef>
          <a:spcPts val="1350"/>
        </a:spcBef>
        <a:buClrTx/>
        <a:buSzPct val="75000"/>
        <a:buFont typeface="Myriad Pro" panose="020B0503030403020204" pitchFamily="34" charset="0"/>
        <a:buChar char=" "/>
        <a:defRPr sz="18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439502" indent="-216698" algn="l" defTabSz="439502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Lucida Grande"/>
        <a:buChar char="-"/>
        <a:defRPr sz="18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662306" indent="-215174" algn="l" defTabSz="439502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Lucida Grande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900113" indent="-238125" algn="l" defTabSz="439502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Wingdings" panose="05000000000000000000" pitchFamily="2" charset="2"/>
        <a:buChar char="§"/>
        <a:defRPr sz="180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028700" indent="-205979" algn="l" defTabSz="439502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Myriad Pro Light" panose="020B0403030403020204" pitchFamily="34" charset="0"/>
        <a:buChar char="-"/>
        <a:tabLst/>
        <a:defRPr sz="180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1289447" indent="-219075" algn="l" defTabSz="439502" rtl="0" eaLnBrk="1" latinLnBrk="0" hangingPunct="1">
        <a:spcBef>
          <a:spcPts val="336"/>
        </a:spcBef>
        <a:buClr>
          <a:schemeClr val="tx1"/>
        </a:buClr>
        <a:buSzPct val="70000"/>
        <a:buFont typeface="Montserrat"/>
        <a:buChar char=" "/>
        <a:defRPr lang="en-US" sz="1800" b="0" i="0" kern="1200" baseline="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1502569" indent="-216694" algn="l" defTabSz="439502" rtl="0" eaLnBrk="1" latinLnBrk="0" hangingPunct="1">
        <a:spcBef>
          <a:spcPct val="20000"/>
        </a:spcBef>
        <a:buSzPct val="70000"/>
        <a:buFont typeface="Montserrat"/>
        <a:buChar char=" "/>
        <a:defRPr lang="en-US" sz="1800" kern="120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714500" indent="-211931" algn="l" defTabSz="439502" rtl="0" eaLnBrk="1" latinLnBrk="0" hangingPunct="1">
        <a:spcBef>
          <a:spcPct val="20000"/>
        </a:spcBef>
        <a:buSzPct val="70000"/>
        <a:buFont typeface="Montserrat"/>
        <a:buChar char=" "/>
        <a:defRPr lang="en-US" sz="1800" kern="120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928813" indent="-214313" algn="l" defTabSz="439502" rtl="0" eaLnBrk="1" latinLnBrk="0" hangingPunct="1">
        <a:spcBef>
          <a:spcPct val="20000"/>
        </a:spcBef>
        <a:buSzPct val="70000"/>
        <a:buFont typeface="Montserrat"/>
        <a:buChar char=" "/>
        <a:defRPr lang="en-US" sz="1800" kern="1200" baseline="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en-US"/>
      </a:defPPr>
      <a:lvl1pPr marL="0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02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79005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507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010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513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016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517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021" algn="l" defTabSz="4395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9890" y="1073176"/>
            <a:ext cx="8084228" cy="37076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9890" y="378814"/>
            <a:ext cx="8084228" cy="327848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/>
          <a:p>
            <a:r>
              <a:rPr lang="en-US"/>
              <a:t>Click to Add Slide Title in </a:t>
            </a:r>
            <a:r>
              <a:rPr lang="en-US" err="1"/>
              <a:t>Titlecase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4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3" r:id="rId10"/>
    <p:sldLayoutId id="2147483964" r:id="rId11"/>
  </p:sldLayoutIdLst>
  <p:hf hdr="0" dt="0"/>
  <p:txStyles>
    <p:titleStyle>
      <a:lvl1pPr algn="ctr" defTabSz="439491" rtl="0" eaLnBrk="1" latinLnBrk="0" hangingPunct="1">
        <a:lnSpc>
          <a:spcPct val="85000"/>
        </a:lnSpc>
        <a:spcBef>
          <a:spcPct val="0"/>
        </a:spcBef>
        <a:buNone/>
        <a:defRPr sz="2700" b="0" i="0" kern="1200" cap="none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42862" indent="-42862" algn="l" defTabSz="439491" rtl="0" eaLnBrk="1" latinLnBrk="0" hangingPunct="1">
        <a:lnSpc>
          <a:spcPct val="100000"/>
        </a:lnSpc>
        <a:spcBef>
          <a:spcPts val="1350"/>
        </a:spcBef>
        <a:buClrTx/>
        <a:buSzPct val="75000"/>
        <a:buFont typeface="Myriad Pro" panose="020B0503030403020204" pitchFamily="34" charset="0"/>
        <a:buChar char=" "/>
        <a:defRPr sz="18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439491" indent="-216692" algn="l" defTabSz="439491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Lucida Grande"/>
        <a:buChar char="-"/>
        <a:defRPr sz="18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662290" indent="-215168" algn="l" defTabSz="439491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Lucida Grande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900091" indent="-238119" algn="l" defTabSz="439491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Wingdings" panose="05000000000000000000" pitchFamily="2" charset="2"/>
        <a:buChar char="§"/>
        <a:defRPr sz="180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1028675" indent="-205974" algn="l" defTabSz="439491" rtl="0" eaLnBrk="1" latinLnBrk="0" hangingPunct="1">
        <a:lnSpc>
          <a:spcPct val="100000"/>
        </a:lnSpc>
        <a:spcBef>
          <a:spcPts val="450"/>
        </a:spcBef>
        <a:buClrTx/>
        <a:buSzPct val="75000"/>
        <a:buFont typeface="Myriad Pro Light" panose="020B0403030403020204" pitchFamily="34" charset="0"/>
        <a:buChar char="-"/>
        <a:tabLst/>
        <a:defRPr sz="1800" b="0" i="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1289415" indent="-219070" algn="l" defTabSz="439491" rtl="0" eaLnBrk="1" latinLnBrk="0" hangingPunct="1">
        <a:spcBef>
          <a:spcPts val="336"/>
        </a:spcBef>
        <a:buClr>
          <a:schemeClr val="tx1"/>
        </a:buClr>
        <a:buSzPct val="70000"/>
        <a:buFont typeface="Montserrat"/>
        <a:buChar char=" "/>
        <a:defRPr lang="en-US" sz="1800" b="0" i="0" kern="1200" baseline="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6pPr>
      <a:lvl7pPr marL="1502531" indent="-216689" algn="l" defTabSz="439491" rtl="0" eaLnBrk="1" latinLnBrk="0" hangingPunct="1">
        <a:spcBef>
          <a:spcPct val="20000"/>
        </a:spcBef>
        <a:buSzPct val="70000"/>
        <a:buFont typeface="Montserrat"/>
        <a:buChar char=" "/>
        <a:defRPr lang="en-US" sz="1800" kern="120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7pPr>
      <a:lvl8pPr marL="1714457" indent="-211926" algn="l" defTabSz="439491" rtl="0" eaLnBrk="1" latinLnBrk="0" hangingPunct="1">
        <a:spcBef>
          <a:spcPct val="20000"/>
        </a:spcBef>
        <a:buSzPct val="70000"/>
        <a:buFont typeface="Montserrat"/>
        <a:buChar char=" "/>
        <a:defRPr lang="en-US" sz="1800" kern="120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8pPr>
      <a:lvl9pPr marL="1928765" indent="-214308" algn="l" defTabSz="439491" rtl="0" eaLnBrk="1" latinLnBrk="0" hangingPunct="1">
        <a:spcBef>
          <a:spcPct val="20000"/>
        </a:spcBef>
        <a:buSzPct val="70000"/>
        <a:buFont typeface="Montserrat"/>
        <a:buChar char=" "/>
        <a:defRPr lang="en-US" sz="1800" kern="1200" baseline="0" dirty="0" smtClean="0">
          <a:solidFill>
            <a:srgbClr val="404040"/>
          </a:solidFill>
          <a:effectLst/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bodyStyle>
    <p:otherStyle>
      <a:defPPr>
        <a:defRPr lang="en-US"/>
      </a:defPPr>
      <a:lvl1pPr marL="0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9491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78983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474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57966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458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36950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40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15933" algn="l" defTabSz="439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46AF1F-40B9-47F4-915F-BEE496467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5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44C75C-020F-40B6-9213-8B455FFF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0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770211-A9BF-4B0D-9687-1DA535D00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08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44C75C-020F-40B6-9213-8B455FFF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1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010772-02C3-4F3A-AAD3-888D39425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2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F488D3-8AC8-4B82-970F-73FAA9467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6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6F1B6D-FFBE-4C84-A7C1-E92F8A9E8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D2D5C6-6BB6-4D01-974F-1F85388EDC60}"/>
              </a:ext>
            </a:extLst>
          </p:cNvPr>
          <p:cNvSpPr/>
          <p:nvPr/>
        </p:nvSpPr>
        <p:spPr>
          <a:xfrm>
            <a:off x="38100" y="3181350"/>
            <a:ext cx="5715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4F7DB3-7E51-4111-B93A-0131432D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7C8D2C-9D5B-43A7-867D-1AF807FF2724}"/>
              </a:ext>
            </a:extLst>
          </p:cNvPr>
          <p:cNvSpPr/>
          <p:nvPr/>
        </p:nvSpPr>
        <p:spPr>
          <a:xfrm>
            <a:off x="556260" y="4476750"/>
            <a:ext cx="1729740" cy="647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4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C249BC-4ECC-4181-B41C-000756221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CD26CA-818D-4FB9-8DCC-FD6D03025839}"/>
              </a:ext>
            </a:extLst>
          </p:cNvPr>
          <p:cNvSpPr/>
          <p:nvPr/>
        </p:nvSpPr>
        <p:spPr>
          <a:xfrm>
            <a:off x="6004560" y="2495550"/>
            <a:ext cx="1844040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BB10F5-F8DE-4AF4-A3F0-1D460168551D}"/>
              </a:ext>
            </a:extLst>
          </p:cNvPr>
          <p:cNvSpPr/>
          <p:nvPr/>
        </p:nvSpPr>
        <p:spPr>
          <a:xfrm>
            <a:off x="5980747" y="317420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08E9C4-07A9-4C5E-99F3-223867EAF180}"/>
              </a:ext>
            </a:extLst>
          </p:cNvPr>
          <p:cNvSpPr/>
          <p:nvPr/>
        </p:nvSpPr>
        <p:spPr>
          <a:xfrm>
            <a:off x="5980747" y="304466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2710B9-16C3-4358-9028-67DD6ADA6BF4}"/>
              </a:ext>
            </a:extLst>
          </p:cNvPr>
          <p:cNvSpPr/>
          <p:nvPr/>
        </p:nvSpPr>
        <p:spPr>
          <a:xfrm>
            <a:off x="5980747" y="330374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7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ED79CA-26A6-483F-9A44-8F4893C9E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0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BE882-41E3-4EFC-87A8-9E7B5404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8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ED79CA-26A6-483F-9A44-8F4893C9E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6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3B5DD4-36FA-4B08-B0CA-7C32F6B0A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98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EE18F4-BBF2-427E-BB95-253781D6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0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D80CBA-1E96-4FF2-9CFE-67DD55476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73D965-5CEA-4995-B6DB-A6004F1BF6D3}"/>
              </a:ext>
            </a:extLst>
          </p:cNvPr>
          <p:cNvSpPr/>
          <p:nvPr/>
        </p:nvSpPr>
        <p:spPr>
          <a:xfrm>
            <a:off x="38100" y="3181350"/>
            <a:ext cx="5715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619A0D-C23A-42C6-9A5D-DF937E360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A828A7-3414-4EDB-A261-9444A23D05F0}"/>
              </a:ext>
            </a:extLst>
          </p:cNvPr>
          <p:cNvSpPr/>
          <p:nvPr/>
        </p:nvSpPr>
        <p:spPr>
          <a:xfrm>
            <a:off x="510540" y="4476750"/>
            <a:ext cx="1729740" cy="647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8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B1A803-CFBE-44BD-A403-09D27524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DF9BE5-85FE-4A54-80A0-B12EE5A35686}"/>
              </a:ext>
            </a:extLst>
          </p:cNvPr>
          <p:cNvSpPr/>
          <p:nvPr/>
        </p:nvSpPr>
        <p:spPr>
          <a:xfrm>
            <a:off x="6004560" y="2487930"/>
            <a:ext cx="1844040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D70102-6EC4-4596-BB7E-3D35062C6DDD}"/>
              </a:ext>
            </a:extLst>
          </p:cNvPr>
          <p:cNvSpPr/>
          <p:nvPr/>
        </p:nvSpPr>
        <p:spPr>
          <a:xfrm>
            <a:off x="5980747" y="344090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A6B08-48A7-480E-ADB3-8492A96EF496}"/>
              </a:ext>
            </a:extLst>
          </p:cNvPr>
          <p:cNvSpPr/>
          <p:nvPr/>
        </p:nvSpPr>
        <p:spPr>
          <a:xfrm>
            <a:off x="5980746" y="2892267"/>
            <a:ext cx="2096453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B71224-768E-41B3-922A-05613F696532}"/>
              </a:ext>
            </a:extLst>
          </p:cNvPr>
          <p:cNvSpPr/>
          <p:nvPr/>
        </p:nvSpPr>
        <p:spPr>
          <a:xfrm>
            <a:off x="5980747" y="330374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56435-ADEF-456B-AE45-B23CA2E08877}"/>
              </a:ext>
            </a:extLst>
          </p:cNvPr>
          <p:cNvSpPr/>
          <p:nvPr/>
        </p:nvSpPr>
        <p:spPr>
          <a:xfrm>
            <a:off x="5980746" y="3574734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6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3B5DD4-36FA-4B08-B0CA-7C32F6B0A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27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EE18F4-BBF2-427E-BB95-253781D6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83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E4D1EA-9CD8-4DE4-8E7C-94FA3310A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624431-6C8A-4E10-A732-3F6CE686F0CF}"/>
              </a:ext>
            </a:extLst>
          </p:cNvPr>
          <p:cNvSpPr/>
          <p:nvPr/>
        </p:nvSpPr>
        <p:spPr>
          <a:xfrm>
            <a:off x="38100" y="3181350"/>
            <a:ext cx="5715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38111F-9FD3-4DFD-8313-24EB721BA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1D4AF9-1E3E-44B8-B847-D0E993776B09}"/>
              </a:ext>
            </a:extLst>
          </p:cNvPr>
          <p:cNvSpPr/>
          <p:nvPr/>
        </p:nvSpPr>
        <p:spPr>
          <a:xfrm>
            <a:off x="6004560" y="2487930"/>
            <a:ext cx="1844040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9063A-2D9D-441F-BE54-64FF93D72600}"/>
              </a:ext>
            </a:extLst>
          </p:cNvPr>
          <p:cNvSpPr/>
          <p:nvPr/>
        </p:nvSpPr>
        <p:spPr>
          <a:xfrm>
            <a:off x="5980747" y="344090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1E3C2-E75F-448E-A845-BDDB6D377756}"/>
              </a:ext>
            </a:extLst>
          </p:cNvPr>
          <p:cNvSpPr/>
          <p:nvPr/>
        </p:nvSpPr>
        <p:spPr>
          <a:xfrm>
            <a:off x="5980746" y="2892267"/>
            <a:ext cx="2096453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C5929-863D-466F-BC22-E8CB8B222E61}"/>
              </a:ext>
            </a:extLst>
          </p:cNvPr>
          <p:cNvSpPr/>
          <p:nvPr/>
        </p:nvSpPr>
        <p:spPr>
          <a:xfrm>
            <a:off x="5980747" y="330374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B0B03-FB92-451F-B4B1-75BD1E430FD0}"/>
              </a:ext>
            </a:extLst>
          </p:cNvPr>
          <p:cNvSpPr/>
          <p:nvPr/>
        </p:nvSpPr>
        <p:spPr>
          <a:xfrm>
            <a:off x="5980746" y="3574734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6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846BAC-03BC-488D-9D81-DBFE5989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F77820-6D22-4427-AD3E-75AC4A4F127A}"/>
              </a:ext>
            </a:extLst>
          </p:cNvPr>
          <p:cNvSpPr/>
          <p:nvPr/>
        </p:nvSpPr>
        <p:spPr>
          <a:xfrm>
            <a:off x="5980746" y="2892267"/>
            <a:ext cx="2096453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D6EC5-D0E5-4C6B-90B6-F4387D0AEA0B}"/>
              </a:ext>
            </a:extLst>
          </p:cNvPr>
          <p:cNvSpPr/>
          <p:nvPr/>
        </p:nvSpPr>
        <p:spPr>
          <a:xfrm>
            <a:off x="6004560" y="2487930"/>
            <a:ext cx="1844040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AB213-3BBA-4E39-A01D-338A3254401F}"/>
              </a:ext>
            </a:extLst>
          </p:cNvPr>
          <p:cNvSpPr/>
          <p:nvPr/>
        </p:nvSpPr>
        <p:spPr>
          <a:xfrm>
            <a:off x="5980747" y="3440907"/>
            <a:ext cx="184404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8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FEA74-83AD-4AEE-A350-EF2666C1E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E94F7D-EE54-4A2E-A536-A7E15F39327D}"/>
              </a:ext>
            </a:extLst>
          </p:cNvPr>
          <p:cNvSpPr/>
          <p:nvPr/>
        </p:nvSpPr>
        <p:spPr>
          <a:xfrm>
            <a:off x="1676400" y="1969770"/>
            <a:ext cx="2209800" cy="129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7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"/>
</p:tagLst>
</file>

<file path=ppt/theme/theme1.xml><?xml version="1.0" encoding="utf-8"?>
<a:theme xmlns:a="http://schemas.openxmlformats.org/drawingml/2006/main" name="Visual Studio Live! Redmond 201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Pluralsight default theme">
  <a:themeElements>
    <a:clrScheme name="Pluralsight November 2015">
      <a:dk1>
        <a:srgbClr val="404040"/>
      </a:dk1>
      <a:lt1>
        <a:srgbClr val="FFFFFF"/>
      </a:lt1>
      <a:dk2>
        <a:srgbClr val="303030"/>
      </a:dk2>
      <a:lt2>
        <a:srgbClr val="E5E5E5"/>
      </a:lt2>
      <a:accent1>
        <a:srgbClr val="F05A28"/>
      </a:accent1>
      <a:accent2>
        <a:srgbClr val="2A9FBC"/>
      </a:accent2>
      <a:accent3>
        <a:srgbClr val="2D2D2D"/>
      </a:accent3>
      <a:accent4>
        <a:srgbClr val="A62E5C"/>
      </a:accent4>
      <a:accent5>
        <a:srgbClr val="9BC850"/>
      </a:accent5>
      <a:accent6>
        <a:srgbClr val="675BA7"/>
      </a:accent6>
      <a:hlink>
        <a:srgbClr val="2A9FBC"/>
      </a:hlink>
      <a:folHlink>
        <a:srgbClr val="A62E5C"/>
      </a:folHlink>
    </a:clrScheme>
    <a:fontScheme name="Pluralsight November 2015">
      <a:majorFont>
        <a:latin typeface="Gotham Light"/>
        <a:ea typeface=""/>
        <a:cs typeface=""/>
      </a:majorFont>
      <a:minorFont>
        <a:latin typeface="Gotham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182880" tIns="182880" rIns="182880" bIns="182880" rtlCol="0" anchor="ctr"/>
      <a:lstStyle>
        <a:defPPr algn="ctr">
          <a:spcBef>
            <a:spcPts val="600"/>
          </a:spcBef>
          <a:defRPr sz="2000" dirty="0" smtClean="0">
            <a:solidFill>
              <a:schemeClr val="bg1"/>
            </a:solidFill>
          </a:defRPr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 POWERPOINT TEMPLATE.potx" id="{E681CC47-891F-4388-8046-5FD72EABE3C8}" vid="{3442E7BA-FFF6-4FD3-AC97-F9B74B92FC5C}"/>
    </a:ext>
  </a:extLst>
</a:theme>
</file>

<file path=ppt/theme/theme3.xml><?xml version="1.0" encoding="utf-8"?>
<a:theme xmlns:a="http://schemas.openxmlformats.org/drawingml/2006/main" name="3_Pluralsight default theme">
  <a:themeElements>
    <a:clrScheme name="Pluralsight November 2015">
      <a:dk1>
        <a:srgbClr val="404040"/>
      </a:dk1>
      <a:lt1>
        <a:srgbClr val="FFFFFF"/>
      </a:lt1>
      <a:dk2>
        <a:srgbClr val="303030"/>
      </a:dk2>
      <a:lt2>
        <a:srgbClr val="E5E5E5"/>
      </a:lt2>
      <a:accent1>
        <a:srgbClr val="F05A28"/>
      </a:accent1>
      <a:accent2>
        <a:srgbClr val="2A9FBC"/>
      </a:accent2>
      <a:accent3>
        <a:srgbClr val="2D2D2D"/>
      </a:accent3>
      <a:accent4>
        <a:srgbClr val="A62E5C"/>
      </a:accent4>
      <a:accent5>
        <a:srgbClr val="9BC850"/>
      </a:accent5>
      <a:accent6>
        <a:srgbClr val="675BA7"/>
      </a:accent6>
      <a:hlink>
        <a:srgbClr val="2A9FBC"/>
      </a:hlink>
      <a:folHlink>
        <a:srgbClr val="A62E5C"/>
      </a:folHlink>
    </a:clrScheme>
    <a:fontScheme name="Pluralsight November 2015">
      <a:majorFont>
        <a:latin typeface="Gotham Light"/>
        <a:ea typeface=""/>
        <a:cs typeface=""/>
      </a:majorFont>
      <a:minorFont>
        <a:latin typeface="Gotham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182880" tIns="182880" rIns="182880" bIns="182880" rtlCol="0" anchor="ctr"/>
      <a:lstStyle>
        <a:defPPr algn="ctr">
          <a:spcBef>
            <a:spcPts val="600"/>
          </a:spcBef>
          <a:defRPr sz="2000" dirty="0" smtClean="0">
            <a:solidFill>
              <a:schemeClr val="bg1"/>
            </a:solidFill>
          </a:defRPr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 POWERPOINT TEMPLATE.potx" id="{E681CC47-891F-4388-8046-5FD72EABE3C8}" vid="{3442E7BA-FFF6-4FD3-AC97-F9B74B92FC5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70503E65B09C48A66855E9E9369823" ma:contentTypeVersion="12" ma:contentTypeDescription="Create a new document." ma:contentTypeScope="" ma:versionID="731866435884dcb12a90703b3d472649">
  <xsd:schema xmlns:xsd="http://www.w3.org/2001/XMLSchema" xmlns:xs="http://www.w3.org/2001/XMLSchema" xmlns:p="http://schemas.microsoft.com/office/2006/metadata/properties" xmlns:ns2="d10e2f95-430a-4dd6-ae0c-dc822f427a88" xmlns:ns3="d20358f7-2922-4755-8013-d9d9a0b41fb8" targetNamespace="http://schemas.microsoft.com/office/2006/metadata/properties" ma:root="true" ma:fieldsID="dc7f0bb151510fb97ab55f035163e541" ns2:_="" ns3:_="">
    <xsd:import namespace="d10e2f95-430a-4dd6-ae0c-dc822f427a88"/>
    <xsd:import namespace="d20358f7-2922-4755-8013-d9d9a0b41f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0e2f95-430a-4dd6-ae0c-dc822f427a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0358f7-2922-4755-8013-d9d9a0b41fb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20358f7-2922-4755-8013-d9d9a0b41fb8">
      <UserInfo>
        <DisplayName>Anika Poliseno</DisplayName>
        <AccountId>27</AccountId>
        <AccountType/>
      </UserInfo>
      <UserInfo>
        <DisplayName>Audrey Adelinet</DisplayName>
        <AccountId>28</AccountId>
        <AccountType/>
      </UserInfo>
      <UserInfo>
        <DisplayName>Marcella McKeown</DisplayName>
        <AccountId>12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E3CB615-C861-4624-AB0A-13ABDC7910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BC3167-9B31-4D37-8DF4-17E80DD51D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0e2f95-430a-4dd6-ae0c-dc822f427a88"/>
    <ds:schemaRef ds:uri="d20358f7-2922-4755-8013-d9d9a0b41f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B72F81-0575-463A-82A3-B988D742353D}">
  <ds:schemaRefs>
    <ds:schemaRef ds:uri="http://schemas.microsoft.com/office/2006/documentManagement/types"/>
    <ds:schemaRef ds:uri="d10e2f95-430a-4dd6-ae0c-dc822f427a88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d20358f7-2922-4755-8013-d9d9a0b41fb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PASS 2013_SpeakerTemplate_16x9.potx</Template>
  <TotalTime>10972</TotalTime>
  <Words>23</Words>
  <Application>Microsoft Office PowerPoint</Application>
  <PresentationFormat>On-screen Show (16:9)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Arial Bold</vt:lpstr>
      <vt:lpstr>Calibri</vt:lpstr>
      <vt:lpstr>Gotham Medium</vt:lpstr>
      <vt:lpstr>Lucida Grande</vt:lpstr>
      <vt:lpstr>Montserrat</vt:lpstr>
      <vt:lpstr>Myriad Pro</vt:lpstr>
      <vt:lpstr>Myriad Pro Light</vt:lpstr>
      <vt:lpstr>Rye</vt:lpstr>
      <vt:lpstr>Wingdings</vt:lpstr>
      <vt:lpstr>Visual Studio Live! Redmond 2014</vt:lpstr>
      <vt:lpstr>2_Pluralsight default theme</vt:lpstr>
      <vt:lpstr>3_Pluralsight 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No more than 2 lines</dc:title>
  <dc:creator>Lana Montgomery</dc:creator>
  <cp:lastModifiedBy>Lenni Lobel</cp:lastModifiedBy>
  <cp:revision>72</cp:revision>
  <dcterms:created xsi:type="dcterms:W3CDTF">2013-07-12T18:23:55Z</dcterms:created>
  <dcterms:modified xsi:type="dcterms:W3CDTF">2025-06-30T15:25:48Z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0x0101000E70503E65B09C48A66855E9E9369823</vt:lpwstr>
  </property>
  <property fmtid="{D5CDD505-2E9C-101B-9397-08002B2CF9AE}" pid="3" name="ArticulateGUID">
    <vt:lpwstr>D1F4C45D-12CD-444F-847A-B46484BEB192</vt:lpwstr>
  </property>
  <property fmtid="{D5CDD505-2E9C-101B-9397-08002B2CF9AE}" pid="4" name="ArticulatePath">
    <vt:lpwstr>https://sqlpass365.sharepoint.com/sites/Conferences/Shared Documents/2020 Summit/Program/Template/PASS_20_Virtual-Summit_speaker-presentation-update_Sept 14</vt:lpwstr>
  </property>
</Properties>
</file>