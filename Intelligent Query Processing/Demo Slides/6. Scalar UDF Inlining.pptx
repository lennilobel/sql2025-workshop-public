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1512" r:id="rId2"/>
    <p:sldId id="1513" r:id="rId3"/>
    <p:sldId id="1514" r:id="rId4"/>
    <p:sldId id="1515" r:id="rId5"/>
    <p:sldId id="1519" r:id="rId6"/>
    <p:sldId id="1520" r:id="rId7"/>
    <p:sldId id="1521" r:id="rId8"/>
    <p:sldId id="1522" r:id="rId9"/>
    <p:sldId id="1523" r:id="rId10"/>
    <p:sldId id="1516" r:id="rId11"/>
    <p:sldId id="1524" r:id="rId12"/>
    <p:sldId id="1525" r:id="rId13"/>
    <p:sldId id="1526" r:id="rId14"/>
    <p:sldId id="1527" r:id="rId15"/>
    <p:sldId id="1528" r:id="rId16"/>
    <p:sldId id="1529" r:id="rId17"/>
    <p:sldId id="1530" r:id="rId18"/>
    <p:sldId id="1531" r:id="rId19"/>
    <p:sldId id="1532" r:id="rId20"/>
    <p:sldId id="1533" r:id="rId21"/>
    <p:sldId id="1534" r:id="rId22"/>
    <p:sldId id="1535" r:id="rId23"/>
    <p:sldId id="1536" r:id="rId24"/>
    <p:sldId id="1537" r:id="rId25"/>
    <p:sldId id="1538" r:id="rId26"/>
    <p:sldId id="153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3E992C-33F9-456D-B421-C2B3C9B099EB}" v="1" dt="2025-06-09T00:11:30.467"/>
    <p1510:client id="{A28EEA87-3FF7-4841-9BD4-E91A50659F13}" v="1" dt="2025-06-09T00:13:03.3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68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ni Lobel" userId="38f762f444469328" providerId="LiveId" clId="{993E992C-33F9-456D-B421-C2B3C9B099EB}"/>
    <pc:docChg chg="addSld delSld modSld">
      <pc:chgData name="Lenni Lobel" userId="38f762f444469328" providerId="LiveId" clId="{993E992C-33F9-456D-B421-C2B3C9B099EB}" dt="2025-06-09T00:11:30.451" v="1"/>
      <pc:docMkLst>
        <pc:docMk/>
      </pc:docMkLst>
      <pc:sldChg chg="del">
        <pc:chgData name="Lenni Lobel" userId="38f762f444469328" providerId="LiveId" clId="{993E992C-33F9-456D-B421-C2B3C9B099EB}" dt="2025-06-09T00:11:03.086" v="0" actId="47"/>
        <pc:sldMkLst>
          <pc:docMk/>
          <pc:sldMk cId="147431129" sldId="131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278276096" sldId="131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679148376" sldId="1319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450567463" sldId="1325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77212048" sldId="132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4226717314" sldId="132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057033792" sldId="1328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957956926" sldId="132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891341244" sldId="1330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114815789" sldId="1331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281235464" sldId="1332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261266731" sldId="1335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190212000" sldId="133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70659990" sldId="1340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056626732" sldId="1341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706300002" sldId="1344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966169688" sldId="1345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374370903" sldId="1346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3847337" sldId="1347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345115942" sldId="1348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91386590" sldId="134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87471453" sldId="1361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081942467" sldId="1362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3223137882" sldId="1363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562155369" sldId="1364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282526466" sldId="1365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4190257950" sldId="136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167544795" sldId="148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439339174" sldId="1488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96099531" sldId="1489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931145916" sldId="1490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964670734" sldId="1491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130080014" sldId="1492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706472639" sldId="1493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391042722" sldId="1494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911940378" sldId="1495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457985595" sldId="149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223833715" sldId="149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312823565" sldId="1498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2565208722" sldId="1499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7525285" sldId="1500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383342264" sldId="1501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063423569" sldId="1502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3915449917" sldId="1503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379763522" sldId="1504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4166646050" sldId="1505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353936796" sldId="1506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705234003" sldId="1507"/>
        </pc:sldMkLst>
      </pc:sldChg>
      <pc:sldChg chg="del">
        <pc:chgData name="Lenni Lobel" userId="38f762f444469328" providerId="LiveId" clId="{993E992C-33F9-456D-B421-C2B3C9B099EB}" dt="2025-06-09T00:11:03.086" v="0" actId="47"/>
        <pc:sldMkLst>
          <pc:docMk/>
          <pc:sldMk cId="1962345225" sldId="1508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644529612" sldId="1509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2597080828" sldId="1510"/>
        </pc:sldMkLst>
      </pc:sldChg>
      <pc:sldChg chg="add">
        <pc:chgData name="Lenni Lobel" userId="38f762f444469328" providerId="LiveId" clId="{993E992C-33F9-456D-B421-C2B3C9B099EB}" dt="2025-06-09T00:11:30.451" v="1"/>
        <pc:sldMkLst>
          <pc:docMk/>
          <pc:sldMk cId="1932981131" sldId="1511"/>
        </pc:sldMkLst>
      </pc:sldChg>
    </pc:docChg>
  </pc:docChgLst>
  <pc:docChgLst>
    <pc:chgData name="Lenni Lobel" userId="38f762f444469328" providerId="LiveId" clId="{A28EEA87-3FF7-4841-9BD4-E91A50659F13}"/>
    <pc:docChg chg="addSld delSld modSld">
      <pc:chgData name="Lenni Lobel" userId="38f762f444469328" providerId="LiveId" clId="{A28EEA87-3FF7-4841-9BD4-E91A50659F13}" dt="2025-06-09T00:13:03.367" v="1"/>
      <pc:docMkLst>
        <pc:docMk/>
      </pc:docMkLst>
      <pc:sldChg chg="del">
        <pc:chgData name="Lenni Lobel" userId="38f762f444469328" providerId="LiveId" clId="{A28EEA87-3FF7-4841-9BD4-E91A50659F13}" dt="2025-06-09T00:12:44.402" v="0" actId="47"/>
        <pc:sldMkLst>
          <pc:docMk/>
          <pc:sldMk cId="1957956926" sldId="1329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2891341244" sldId="1330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4114815789" sldId="1331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4281235464" sldId="1332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1261266731" sldId="1335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2190212000" sldId="1339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470659990" sldId="1340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056626732" sldId="1341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706300002" sldId="1344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966169688" sldId="1345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2374370903" sldId="1346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3847337" sldId="1347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345115942" sldId="1348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191386590" sldId="1349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87471453" sldId="1361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081942467" sldId="1362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3223137882" sldId="1363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2562155369" sldId="1364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1282526466" sldId="1365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4190257950" sldId="1367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644529612" sldId="1509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2597080828" sldId="1510"/>
        </pc:sldMkLst>
      </pc:sldChg>
      <pc:sldChg chg="del">
        <pc:chgData name="Lenni Lobel" userId="38f762f444469328" providerId="LiveId" clId="{A28EEA87-3FF7-4841-9BD4-E91A50659F13}" dt="2025-06-09T00:12:44.402" v="0" actId="47"/>
        <pc:sldMkLst>
          <pc:docMk/>
          <pc:sldMk cId="1932981131" sldId="1511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011423075" sldId="1512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328937689" sldId="1513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612524401" sldId="1514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4139700781" sldId="1515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119986645" sldId="1516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527669149" sldId="1519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1572708875" sldId="1520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983078885" sldId="1521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523140195" sldId="1522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138419210" sldId="1523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106477719" sldId="1524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731524548" sldId="1525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4210080451" sldId="1526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1399403937" sldId="1527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358868410" sldId="1528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995638868" sldId="1529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903639521" sldId="1530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1401585109" sldId="1531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051493717" sldId="1532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713190355" sldId="1533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1190186894" sldId="1534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3529938784" sldId="1535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307795114" sldId="1536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2328730922" sldId="1537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1945271760" sldId="1538"/>
        </pc:sldMkLst>
      </pc:sldChg>
      <pc:sldChg chg="add">
        <pc:chgData name="Lenni Lobel" userId="38f762f444469328" providerId="LiveId" clId="{A28EEA87-3FF7-4841-9BD4-E91A50659F13}" dt="2025-06-09T00:13:03.367" v="1"/>
        <pc:sldMkLst>
          <pc:docMk/>
          <pc:sldMk cId="420667337" sldId="15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2CDB4-B25B-433D-88D8-7790126D1AF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AE19E-0578-43F5-9AAF-D77A2F052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758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453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83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48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1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46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20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4942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74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0776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595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197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425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199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4845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9159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5554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6949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703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886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5823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1273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4598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419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66534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8514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326DE0-BACA-4EA0-B73F-CC7DC1D7F4A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2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FA21E-EC54-5563-C2FB-83D3583CC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27DFE-C612-4856-347F-08E480C759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6A752B-0C38-C5F5-B6A5-A587DA018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CF410D-FADB-5DBB-7940-DF0CC7899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5AE21-CDED-C1EF-93E0-9470BE060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8A604-0791-6E43-25A3-6DCDC8740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CDD9F-B890-100B-DFDF-256188BB9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A30B96-47C8-81F2-4CC6-AC9DC5F2B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BB318F-40DD-CA43-7E20-4D029F733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52565C-B900-17FD-CBE7-1BBC1D2B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624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E871-75D6-AC75-E24D-92980069D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A20CD-9749-F915-D9BE-AE8D37F66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8FC9B-3769-D7B8-E2F0-049806D4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048234-680D-7E8F-B0DD-2AB09C030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4A6DA-1D19-C3FE-196B-80B697771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530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CBC2E-AAD7-9B6E-DF5F-B02EDA9A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B527E-7E7B-D7AE-2931-1CA3313B0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5F1FCA-6063-05DE-B5C2-5352231BC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79635-D411-F0A8-AB76-903A6FC89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D3499-B4E2-7C44-6559-FB790A2C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735C84-F8FF-71A0-FE02-534AE302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50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FB15-B3D7-3A27-D335-EC3C97287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F90DA-9E7F-1553-8D5A-210FDB592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F85DA9-3D9C-3319-CB95-E2DC696EA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C81000-0097-4C5B-F17B-AE72181F4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E24C6-C1A2-5753-3B5C-0DE6CB92FB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4218A3-18BE-C0CA-73EF-603B2025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BFC826-450F-9894-BA39-1AFFB385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527857-1F89-EBC8-81A3-98E672C74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52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812E8-68A0-A4D7-8E11-8C66307BA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5FF4E5-8F86-AD73-107F-98B0BA696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9C1BD4-5444-EFFE-3176-D1A523F9A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357BD-1ED7-DB03-88A1-0B5B4876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14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1E3618-8A19-0AA5-BC88-49C2B500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407889-EBD4-24E8-7233-3C4DE0D5C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55BAE-285D-5F8A-2478-AE89CCB05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66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B9CB-1123-3337-0EB9-4C346922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C1CCA-4FA4-E9CD-9342-F62A6E0B5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01AB4-DE66-5C30-2844-9725CB7D2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B7CD55-D66F-2843-5A8F-ED2D11C01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342280-A019-1EC8-AF11-CF012693D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585A52-4114-117A-E403-192B46A60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73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21B64-74E0-A912-FC33-F55B8DB35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EBCABC-0150-AAC5-CC9B-5219C40B9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21E1A-7652-A136-E358-EBDFE3FACC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86E3C-1574-831B-5ACB-459C0E90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D904A-C13A-7E7E-76C4-F6B73BDB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7F5243-C774-3193-A063-E5FA7924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7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2CB15-AA40-E0F8-9A84-1F87E0B0A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3072A6-D009-3AC9-F8C0-484674B517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E2FB7-B3AA-09B4-D1D0-688CE1521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BD24E-04F3-1C60-BE06-3E1C8ABD1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DF804-EEC9-41A7-BB0C-E540DD683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6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717A5-61B2-8FBC-5875-51AD9B68F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5FAA9C-A56A-9105-7296-C66FF0B480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347663-5DB2-8846-2732-8D2C4A335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E33341-E114-44C3-6E91-32540C93E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77BE-09A1-20D3-CECB-FF54D3BCB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958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FC203-AD8D-5D3E-A257-DFC9D3D85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81DDF-DF3C-D9B2-7109-7318B123B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87484-FEE0-696E-27BD-0A4F3B641D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C15E7E-1500-4DC9-9505-936B89DBDB3F}" type="datetimeFigureOut">
              <a:rPr lang="en-US" smtClean="0"/>
              <a:t>6/8/2025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8CB6F-AE49-D81F-B1C1-60B005352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F16EF-28D0-2C64-119E-55F8DF8E6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D0AE7F-85F8-4E35-86D5-3FA21DC7A7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4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7F2425D-13F9-41E8-A555-755330214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FC72650-998C-465A-B04E-30A00B88A620}"/>
              </a:ext>
            </a:extLst>
          </p:cNvPr>
          <p:cNvSpPr/>
          <p:nvPr/>
        </p:nvSpPr>
        <p:spPr>
          <a:xfrm>
            <a:off x="1033192" y="501357"/>
            <a:ext cx="5486400" cy="2318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643B86-B0E3-488D-AF44-A70D6E1C8EF4}"/>
              </a:ext>
            </a:extLst>
          </p:cNvPr>
          <p:cNvSpPr/>
          <p:nvPr/>
        </p:nvSpPr>
        <p:spPr>
          <a:xfrm>
            <a:off x="1009744" y="3225800"/>
            <a:ext cx="6407056" cy="26416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1142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62170FE-B0A7-46EA-9B1F-1DBB3A95A2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207654D-1451-4A26-A084-21E2C9E3447B}"/>
              </a:ext>
            </a:extLst>
          </p:cNvPr>
          <p:cNvSpPr/>
          <p:nvPr/>
        </p:nvSpPr>
        <p:spPr>
          <a:xfrm>
            <a:off x="1033192" y="501357"/>
            <a:ext cx="5486400" cy="3842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28937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0E7274-0A76-44D6-A070-876A78596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524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A2C4FF-DF94-4AE3-8CBB-91D0C599A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700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0E7274-0A76-44D6-A070-876A78596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69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E517EF-7D0D-47C5-93EB-1B5A49D5A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708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4A43E38-8563-40BE-A3E5-C05DF3D18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6A02407D-ABA6-4CE1-A1AA-94645E47816A}"/>
              </a:ext>
            </a:extLst>
          </p:cNvPr>
          <p:cNvCxnSpPr>
            <a:cxnSpLocks/>
          </p:cNvCxnSpPr>
          <p:nvPr/>
        </p:nvCxnSpPr>
        <p:spPr>
          <a:xfrm flipH="1">
            <a:off x="10795002" y="6083300"/>
            <a:ext cx="406399" cy="26609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983078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1E2F24-7FC4-4FD6-A7FD-6E7E8D47B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36B842-27D4-4787-9751-775F326EC000}"/>
              </a:ext>
            </a:extLst>
          </p:cNvPr>
          <p:cNvSpPr/>
          <p:nvPr/>
        </p:nvSpPr>
        <p:spPr>
          <a:xfrm>
            <a:off x="325120" y="4211320"/>
            <a:ext cx="690880" cy="792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23140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7648A9B-7105-4B5A-82CB-33474875E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24E67BB-4B70-4D96-805D-1D15632D4D21}"/>
              </a:ext>
            </a:extLst>
          </p:cNvPr>
          <p:cNvSpPr/>
          <p:nvPr/>
        </p:nvSpPr>
        <p:spPr>
          <a:xfrm>
            <a:off x="944880" y="6040120"/>
            <a:ext cx="2113280" cy="792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38419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1E2F24-7FC4-4FD6-A7FD-6E7E8D47B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86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09BB932-85E7-453C-814D-42BD1870F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77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69BB7E-8330-421B-B171-82596AF786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245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663960-F31A-4526-8B21-1A61B97D5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080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C55C8D-306D-4595-B313-D5860721C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403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0D4C14-FF18-4330-8FA1-5E60BB0D1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868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394918-52F6-4246-B96C-D92350A1E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96D85BF-64A1-460A-A7A9-60B7F3779B2D}"/>
              </a:ext>
            </a:extLst>
          </p:cNvPr>
          <p:cNvCxnSpPr>
            <a:cxnSpLocks/>
          </p:cNvCxnSpPr>
          <p:nvPr/>
        </p:nvCxnSpPr>
        <p:spPr>
          <a:xfrm flipH="1">
            <a:off x="10795002" y="6083300"/>
            <a:ext cx="406399" cy="26609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399563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EE3321-D5BD-4CD9-8EB4-7EF18E499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6395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A89BA15-BD1A-4702-91C9-45A4B3EA0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85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E0CFAA5-A219-4F58-BCFD-F1E65E066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4937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75171F-9AE3-4267-BD4E-74638AA4D6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1903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96A629-A979-41D8-90A6-B674AD31C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868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83E9D9-2CD5-47F5-B5E9-ECE299E5CF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9387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6ACA4B-F48B-49DC-AD31-E33664E34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95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33A24C-A15C-43E2-8BA3-CBA59B3003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7309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1814040-43B6-446E-8A53-0DBAF315A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4CA19E52-B114-44A9-8FB2-00F6B902B71D}"/>
              </a:ext>
            </a:extLst>
          </p:cNvPr>
          <p:cNvCxnSpPr>
            <a:cxnSpLocks/>
          </p:cNvCxnSpPr>
          <p:nvPr/>
        </p:nvCxnSpPr>
        <p:spPr>
          <a:xfrm flipH="1">
            <a:off x="10795002" y="6083300"/>
            <a:ext cx="406399" cy="266096"/>
          </a:xfrm>
          <a:prstGeom prst="straightConnector1">
            <a:avLst/>
          </a:prstGeom>
          <a:noFill/>
          <a:ln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945271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A6A05FC-0980-4E77-ABB9-00C911091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6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Office PowerPoint</Application>
  <PresentationFormat>Widescreen</PresentationFormat>
  <Paragraphs>26</Paragraphs>
  <Slides>26</Slides>
  <Notes>26</Notes>
  <HiddenSlides>10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Lenni Lobel</dc:creator>
  <cp:lastModifiedBy>Lenni Lobel</cp:lastModifiedBy>
  <cp:revision>1</cp:revision>
  <dcterms:created xsi:type="dcterms:W3CDTF">2025-06-09T00:08:47Z</dcterms:created>
  <dcterms:modified xsi:type="dcterms:W3CDTF">2025-06-09T00:13:04Z</dcterms:modified>
</cp:coreProperties>
</file>