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9"/>
  </p:notesMasterIdLst>
  <p:sldIdLst>
    <p:sldId id="1468" r:id="rId2"/>
    <p:sldId id="1470" r:id="rId3"/>
    <p:sldId id="1471" r:id="rId4"/>
    <p:sldId id="1472" r:id="rId5"/>
    <p:sldId id="1473" r:id="rId6"/>
    <p:sldId id="1474" r:id="rId7"/>
    <p:sldId id="1475" r:id="rId8"/>
    <p:sldId id="1476" r:id="rId9"/>
    <p:sldId id="1469" r:id="rId10"/>
    <p:sldId id="1478" r:id="rId11"/>
    <p:sldId id="1479" r:id="rId12"/>
    <p:sldId id="1486" r:id="rId13"/>
    <p:sldId id="1480" r:id="rId14"/>
    <p:sldId id="1481" r:id="rId15"/>
    <p:sldId id="1482" r:id="rId16"/>
    <p:sldId id="1483" r:id="rId17"/>
    <p:sldId id="1484" r:id="rId1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76C1326-6CDB-4B97-B847-EC0E34816B6E}" v="1" dt="2025-06-09T00:13:56.741"/>
    <p1510:client id="{993E992C-33F9-456D-B421-C2B3C9B099EB}" v="1" dt="2025-06-09T00:11:30.467"/>
    <p1510:client id="{A28EEA87-3FF7-4841-9BD4-E91A50659F13}" v="1" dt="2025-06-09T00:13:03.37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015" autoAdjust="0"/>
    <p:restoredTop sz="94660"/>
  </p:normalViewPr>
  <p:slideViewPr>
    <p:cSldViewPr snapToGrid="0">
      <p:cViewPr varScale="1">
        <p:scale>
          <a:sx n="80" d="100"/>
          <a:sy n="80" d="100"/>
        </p:scale>
        <p:origin x="468" y="2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enni Lobel" userId="38f762f444469328" providerId="LiveId" clId="{993E992C-33F9-456D-B421-C2B3C9B099EB}"/>
    <pc:docChg chg="addSld delSld modSld">
      <pc:chgData name="Lenni Lobel" userId="38f762f444469328" providerId="LiveId" clId="{993E992C-33F9-456D-B421-C2B3C9B099EB}" dt="2025-06-09T00:11:30.451" v="1"/>
      <pc:docMkLst>
        <pc:docMk/>
      </pc:docMkLst>
      <pc:sldChg chg="del">
        <pc:chgData name="Lenni Lobel" userId="38f762f444469328" providerId="LiveId" clId="{993E992C-33F9-456D-B421-C2B3C9B099EB}" dt="2025-06-09T00:11:03.086" v="0" actId="47"/>
        <pc:sldMkLst>
          <pc:docMk/>
          <pc:sldMk cId="147431129" sldId="1316"/>
        </pc:sldMkLst>
      </pc:sldChg>
      <pc:sldChg chg="del">
        <pc:chgData name="Lenni Lobel" userId="38f762f444469328" providerId="LiveId" clId="{993E992C-33F9-456D-B421-C2B3C9B099EB}" dt="2025-06-09T00:11:03.086" v="0" actId="47"/>
        <pc:sldMkLst>
          <pc:docMk/>
          <pc:sldMk cId="1278276096" sldId="1317"/>
        </pc:sldMkLst>
      </pc:sldChg>
      <pc:sldChg chg="del">
        <pc:chgData name="Lenni Lobel" userId="38f762f444469328" providerId="LiveId" clId="{993E992C-33F9-456D-B421-C2B3C9B099EB}" dt="2025-06-09T00:11:03.086" v="0" actId="47"/>
        <pc:sldMkLst>
          <pc:docMk/>
          <pc:sldMk cId="679148376" sldId="1319"/>
        </pc:sldMkLst>
      </pc:sldChg>
      <pc:sldChg chg="del">
        <pc:chgData name="Lenni Lobel" userId="38f762f444469328" providerId="LiveId" clId="{993E992C-33F9-456D-B421-C2B3C9B099EB}" dt="2025-06-09T00:11:03.086" v="0" actId="47"/>
        <pc:sldMkLst>
          <pc:docMk/>
          <pc:sldMk cId="2450567463" sldId="1325"/>
        </pc:sldMkLst>
      </pc:sldChg>
      <pc:sldChg chg="del">
        <pc:chgData name="Lenni Lobel" userId="38f762f444469328" providerId="LiveId" clId="{993E992C-33F9-456D-B421-C2B3C9B099EB}" dt="2025-06-09T00:11:03.086" v="0" actId="47"/>
        <pc:sldMkLst>
          <pc:docMk/>
          <pc:sldMk cId="177212048" sldId="1326"/>
        </pc:sldMkLst>
      </pc:sldChg>
      <pc:sldChg chg="del">
        <pc:chgData name="Lenni Lobel" userId="38f762f444469328" providerId="LiveId" clId="{993E992C-33F9-456D-B421-C2B3C9B099EB}" dt="2025-06-09T00:11:03.086" v="0" actId="47"/>
        <pc:sldMkLst>
          <pc:docMk/>
          <pc:sldMk cId="4226717314" sldId="1327"/>
        </pc:sldMkLst>
      </pc:sldChg>
      <pc:sldChg chg="del">
        <pc:chgData name="Lenni Lobel" userId="38f762f444469328" providerId="LiveId" clId="{993E992C-33F9-456D-B421-C2B3C9B099EB}" dt="2025-06-09T00:11:03.086" v="0" actId="47"/>
        <pc:sldMkLst>
          <pc:docMk/>
          <pc:sldMk cId="2057033792" sldId="1328"/>
        </pc:sldMkLst>
      </pc:sldChg>
      <pc:sldChg chg="add">
        <pc:chgData name="Lenni Lobel" userId="38f762f444469328" providerId="LiveId" clId="{993E992C-33F9-456D-B421-C2B3C9B099EB}" dt="2025-06-09T00:11:30.451" v="1"/>
        <pc:sldMkLst>
          <pc:docMk/>
          <pc:sldMk cId="1957956926" sldId="1329"/>
        </pc:sldMkLst>
      </pc:sldChg>
      <pc:sldChg chg="add">
        <pc:chgData name="Lenni Lobel" userId="38f762f444469328" providerId="LiveId" clId="{993E992C-33F9-456D-B421-C2B3C9B099EB}" dt="2025-06-09T00:11:30.451" v="1"/>
        <pc:sldMkLst>
          <pc:docMk/>
          <pc:sldMk cId="2891341244" sldId="1330"/>
        </pc:sldMkLst>
      </pc:sldChg>
      <pc:sldChg chg="add">
        <pc:chgData name="Lenni Lobel" userId="38f762f444469328" providerId="LiveId" clId="{993E992C-33F9-456D-B421-C2B3C9B099EB}" dt="2025-06-09T00:11:30.451" v="1"/>
        <pc:sldMkLst>
          <pc:docMk/>
          <pc:sldMk cId="4114815789" sldId="1331"/>
        </pc:sldMkLst>
      </pc:sldChg>
      <pc:sldChg chg="add">
        <pc:chgData name="Lenni Lobel" userId="38f762f444469328" providerId="LiveId" clId="{993E992C-33F9-456D-B421-C2B3C9B099EB}" dt="2025-06-09T00:11:30.451" v="1"/>
        <pc:sldMkLst>
          <pc:docMk/>
          <pc:sldMk cId="4281235464" sldId="1332"/>
        </pc:sldMkLst>
      </pc:sldChg>
      <pc:sldChg chg="add">
        <pc:chgData name="Lenni Lobel" userId="38f762f444469328" providerId="LiveId" clId="{993E992C-33F9-456D-B421-C2B3C9B099EB}" dt="2025-06-09T00:11:30.451" v="1"/>
        <pc:sldMkLst>
          <pc:docMk/>
          <pc:sldMk cId="1261266731" sldId="1335"/>
        </pc:sldMkLst>
      </pc:sldChg>
      <pc:sldChg chg="add">
        <pc:chgData name="Lenni Lobel" userId="38f762f444469328" providerId="LiveId" clId="{993E992C-33F9-456D-B421-C2B3C9B099EB}" dt="2025-06-09T00:11:30.451" v="1"/>
        <pc:sldMkLst>
          <pc:docMk/>
          <pc:sldMk cId="2190212000" sldId="1339"/>
        </pc:sldMkLst>
      </pc:sldChg>
      <pc:sldChg chg="add">
        <pc:chgData name="Lenni Lobel" userId="38f762f444469328" providerId="LiveId" clId="{993E992C-33F9-456D-B421-C2B3C9B099EB}" dt="2025-06-09T00:11:30.451" v="1"/>
        <pc:sldMkLst>
          <pc:docMk/>
          <pc:sldMk cId="470659990" sldId="1340"/>
        </pc:sldMkLst>
      </pc:sldChg>
      <pc:sldChg chg="add">
        <pc:chgData name="Lenni Lobel" userId="38f762f444469328" providerId="LiveId" clId="{993E992C-33F9-456D-B421-C2B3C9B099EB}" dt="2025-06-09T00:11:30.451" v="1"/>
        <pc:sldMkLst>
          <pc:docMk/>
          <pc:sldMk cId="3056626732" sldId="1341"/>
        </pc:sldMkLst>
      </pc:sldChg>
      <pc:sldChg chg="add">
        <pc:chgData name="Lenni Lobel" userId="38f762f444469328" providerId="LiveId" clId="{993E992C-33F9-456D-B421-C2B3C9B099EB}" dt="2025-06-09T00:11:30.451" v="1"/>
        <pc:sldMkLst>
          <pc:docMk/>
          <pc:sldMk cId="3706300002" sldId="1344"/>
        </pc:sldMkLst>
      </pc:sldChg>
      <pc:sldChg chg="add">
        <pc:chgData name="Lenni Lobel" userId="38f762f444469328" providerId="LiveId" clId="{993E992C-33F9-456D-B421-C2B3C9B099EB}" dt="2025-06-09T00:11:30.451" v="1"/>
        <pc:sldMkLst>
          <pc:docMk/>
          <pc:sldMk cId="966169688" sldId="1345"/>
        </pc:sldMkLst>
      </pc:sldChg>
      <pc:sldChg chg="add">
        <pc:chgData name="Lenni Lobel" userId="38f762f444469328" providerId="LiveId" clId="{993E992C-33F9-456D-B421-C2B3C9B099EB}" dt="2025-06-09T00:11:30.451" v="1"/>
        <pc:sldMkLst>
          <pc:docMk/>
          <pc:sldMk cId="2374370903" sldId="1346"/>
        </pc:sldMkLst>
      </pc:sldChg>
      <pc:sldChg chg="add">
        <pc:chgData name="Lenni Lobel" userId="38f762f444469328" providerId="LiveId" clId="{993E992C-33F9-456D-B421-C2B3C9B099EB}" dt="2025-06-09T00:11:30.451" v="1"/>
        <pc:sldMkLst>
          <pc:docMk/>
          <pc:sldMk cId="33847337" sldId="1347"/>
        </pc:sldMkLst>
      </pc:sldChg>
      <pc:sldChg chg="add">
        <pc:chgData name="Lenni Lobel" userId="38f762f444469328" providerId="LiveId" clId="{993E992C-33F9-456D-B421-C2B3C9B099EB}" dt="2025-06-09T00:11:30.451" v="1"/>
        <pc:sldMkLst>
          <pc:docMk/>
          <pc:sldMk cId="3345115942" sldId="1348"/>
        </pc:sldMkLst>
      </pc:sldChg>
      <pc:sldChg chg="add">
        <pc:chgData name="Lenni Lobel" userId="38f762f444469328" providerId="LiveId" clId="{993E992C-33F9-456D-B421-C2B3C9B099EB}" dt="2025-06-09T00:11:30.451" v="1"/>
        <pc:sldMkLst>
          <pc:docMk/>
          <pc:sldMk cId="191386590" sldId="1349"/>
        </pc:sldMkLst>
      </pc:sldChg>
      <pc:sldChg chg="add">
        <pc:chgData name="Lenni Lobel" userId="38f762f444469328" providerId="LiveId" clId="{993E992C-33F9-456D-B421-C2B3C9B099EB}" dt="2025-06-09T00:11:30.451" v="1"/>
        <pc:sldMkLst>
          <pc:docMk/>
          <pc:sldMk cId="387471453" sldId="1361"/>
        </pc:sldMkLst>
      </pc:sldChg>
      <pc:sldChg chg="add">
        <pc:chgData name="Lenni Lobel" userId="38f762f444469328" providerId="LiveId" clId="{993E992C-33F9-456D-B421-C2B3C9B099EB}" dt="2025-06-09T00:11:30.451" v="1"/>
        <pc:sldMkLst>
          <pc:docMk/>
          <pc:sldMk cId="3081942467" sldId="1362"/>
        </pc:sldMkLst>
      </pc:sldChg>
      <pc:sldChg chg="add">
        <pc:chgData name="Lenni Lobel" userId="38f762f444469328" providerId="LiveId" clId="{993E992C-33F9-456D-B421-C2B3C9B099EB}" dt="2025-06-09T00:11:30.451" v="1"/>
        <pc:sldMkLst>
          <pc:docMk/>
          <pc:sldMk cId="3223137882" sldId="1363"/>
        </pc:sldMkLst>
      </pc:sldChg>
      <pc:sldChg chg="add">
        <pc:chgData name="Lenni Lobel" userId="38f762f444469328" providerId="LiveId" clId="{993E992C-33F9-456D-B421-C2B3C9B099EB}" dt="2025-06-09T00:11:30.451" v="1"/>
        <pc:sldMkLst>
          <pc:docMk/>
          <pc:sldMk cId="2562155369" sldId="1364"/>
        </pc:sldMkLst>
      </pc:sldChg>
      <pc:sldChg chg="add">
        <pc:chgData name="Lenni Lobel" userId="38f762f444469328" providerId="LiveId" clId="{993E992C-33F9-456D-B421-C2B3C9B099EB}" dt="2025-06-09T00:11:30.451" v="1"/>
        <pc:sldMkLst>
          <pc:docMk/>
          <pc:sldMk cId="1282526466" sldId="1365"/>
        </pc:sldMkLst>
      </pc:sldChg>
      <pc:sldChg chg="add">
        <pc:chgData name="Lenni Lobel" userId="38f762f444469328" providerId="LiveId" clId="{993E992C-33F9-456D-B421-C2B3C9B099EB}" dt="2025-06-09T00:11:30.451" v="1"/>
        <pc:sldMkLst>
          <pc:docMk/>
          <pc:sldMk cId="4190257950" sldId="1367"/>
        </pc:sldMkLst>
      </pc:sldChg>
      <pc:sldChg chg="del">
        <pc:chgData name="Lenni Lobel" userId="38f762f444469328" providerId="LiveId" clId="{993E992C-33F9-456D-B421-C2B3C9B099EB}" dt="2025-06-09T00:11:03.086" v="0" actId="47"/>
        <pc:sldMkLst>
          <pc:docMk/>
          <pc:sldMk cId="1167544795" sldId="1487"/>
        </pc:sldMkLst>
      </pc:sldChg>
      <pc:sldChg chg="del">
        <pc:chgData name="Lenni Lobel" userId="38f762f444469328" providerId="LiveId" clId="{993E992C-33F9-456D-B421-C2B3C9B099EB}" dt="2025-06-09T00:11:03.086" v="0" actId="47"/>
        <pc:sldMkLst>
          <pc:docMk/>
          <pc:sldMk cId="2439339174" sldId="1488"/>
        </pc:sldMkLst>
      </pc:sldChg>
      <pc:sldChg chg="del">
        <pc:chgData name="Lenni Lobel" userId="38f762f444469328" providerId="LiveId" clId="{993E992C-33F9-456D-B421-C2B3C9B099EB}" dt="2025-06-09T00:11:03.086" v="0" actId="47"/>
        <pc:sldMkLst>
          <pc:docMk/>
          <pc:sldMk cId="396099531" sldId="1489"/>
        </pc:sldMkLst>
      </pc:sldChg>
      <pc:sldChg chg="del">
        <pc:chgData name="Lenni Lobel" userId="38f762f444469328" providerId="LiveId" clId="{993E992C-33F9-456D-B421-C2B3C9B099EB}" dt="2025-06-09T00:11:03.086" v="0" actId="47"/>
        <pc:sldMkLst>
          <pc:docMk/>
          <pc:sldMk cId="931145916" sldId="1490"/>
        </pc:sldMkLst>
      </pc:sldChg>
      <pc:sldChg chg="del">
        <pc:chgData name="Lenni Lobel" userId="38f762f444469328" providerId="LiveId" clId="{993E992C-33F9-456D-B421-C2B3C9B099EB}" dt="2025-06-09T00:11:03.086" v="0" actId="47"/>
        <pc:sldMkLst>
          <pc:docMk/>
          <pc:sldMk cId="1964670734" sldId="1491"/>
        </pc:sldMkLst>
      </pc:sldChg>
      <pc:sldChg chg="del">
        <pc:chgData name="Lenni Lobel" userId="38f762f444469328" providerId="LiveId" clId="{993E992C-33F9-456D-B421-C2B3C9B099EB}" dt="2025-06-09T00:11:03.086" v="0" actId="47"/>
        <pc:sldMkLst>
          <pc:docMk/>
          <pc:sldMk cId="3130080014" sldId="1492"/>
        </pc:sldMkLst>
      </pc:sldChg>
      <pc:sldChg chg="del">
        <pc:chgData name="Lenni Lobel" userId="38f762f444469328" providerId="LiveId" clId="{993E992C-33F9-456D-B421-C2B3C9B099EB}" dt="2025-06-09T00:11:03.086" v="0" actId="47"/>
        <pc:sldMkLst>
          <pc:docMk/>
          <pc:sldMk cId="3706472639" sldId="1493"/>
        </pc:sldMkLst>
      </pc:sldChg>
      <pc:sldChg chg="del">
        <pc:chgData name="Lenni Lobel" userId="38f762f444469328" providerId="LiveId" clId="{993E992C-33F9-456D-B421-C2B3C9B099EB}" dt="2025-06-09T00:11:03.086" v="0" actId="47"/>
        <pc:sldMkLst>
          <pc:docMk/>
          <pc:sldMk cId="1391042722" sldId="1494"/>
        </pc:sldMkLst>
      </pc:sldChg>
      <pc:sldChg chg="del">
        <pc:chgData name="Lenni Lobel" userId="38f762f444469328" providerId="LiveId" clId="{993E992C-33F9-456D-B421-C2B3C9B099EB}" dt="2025-06-09T00:11:03.086" v="0" actId="47"/>
        <pc:sldMkLst>
          <pc:docMk/>
          <pc:sldMk cId="1911940378" sldId="1495"/>
        </pc:sldMkLst>
      </pc:sldChg>
      <pc:sldChg chg="del">
        <pc:chgData name="Lenni Lobel" userId="38f762f444469328" providerId="LiveId" clId="{993E992C-33F9-456D-B421-C2B3C9B099EB}" dt="2025-06-09T00:11:03.086" v="0" actId="47"/>
        <pc:sldMkLst>
          <pc:docMk/>
          <pc:sldMk cId="457985595" sldId="1496"/>
        </pc:sldMkLst>
      </pc:sldChg>
      <pc:sldChg chg="del">
        <pc:chgData name="Lenni Lobel" userId="38f762f444469328" providerId="LiveId" clId="{993E992C-33F9-456D-B421-C2B3C9B099EB}" dt="2025-06-09T00:11:03.086" v="0" actId="47"/>
        <pc:sldMkLst>
          <pc:docMk/>
          <pc:sldMk cId="3223833715" sldId="1497"/>
        </pc:sldMkLst>
      </pc:sldChg>
      <pc:sldChg chg="del">
        <pc:chgData name="Lenni Lobel" userId="38f762f444469328" providerId="LiveId" clId="{993E992C-33F9-456D-B421-C2B3C9B099EB}" dt="2025-06-09T00:11:03.086" v="0" actId="47"/>
        <pc:sldMkLst>
          <pc:docMk/>
          <pc:sldMk cId="3312823565" sldId="1498"/>
        </pc:sldMkLst>
      </pc:sldChg>
      <pc:sldChg chg="del">
        <pc:chgData name="Lenni Lobel" userId="38f762f444469328" providerId="LiveId" clId="{993E992C-33F9-456D-B421-C2B3C9B099EB}" dt="2025-06-09T00:11:03.086" v="0" actId="47"/>
        <pc:sldMkLst>
          <pc:docMk/>
          <pc:sldMk cId="2565208722" sldId="1499"/>
        </pc:sldMkLst>
      </pc:sldChg>
      <pc:sldChg chg="del">
        <pc:chgData name="Lenni Lobel" userId="38f762f444469328" providerId="LiveId" clId="{993E992C-33F9-456D-B421-C2B3C9B099EB}" dt="2025-06-09T00:11:03.086" v="0" actId="47"/>
        <pc:sldMkLst>
          <pc:docMk/>
          <pc:sldMk cId="17525285" sldId="1500"/>
        </pc:sldMkLst>
      </pc:sldChg>
      <pc:sldChg chg="del">
        <pc:chgData name="Lenni Lobel" userId="38f762f444469328" providerId="LiveId" clId="{993E992C-33F9-456D-B421-C2B3C9B099EB}" dt="2025-06-09T00:11:03.086" v="0" actId="47"/>
        <pc:sldMkLst>
          <pc:docMk/>
          <pc:sldMk cId="3383342264" sldId="1501"/>
        </pc:sldMkLst>
      </pc:sldChg>
      <pc:sldChg chg="del">
        <pc:chgData name="Lenni Lobel" userId="38f762f444469328" providerId="LiveId" clId="{993E992C-33F9-456D-B421-C2B3C9B099EB}" dt="2025-06-09T00:11:03.086" v="0" actId="47"/>
        <pc:sldMkLst>
          <pc:docMk/>
          <pc:sldMk cId="1063423569" sldId="1502"/>
        </pc:sldMkLst>
      </pc:sldChg>
      <pc:sldChg chg="del">
        <pc:chgData name="Lenni Lobel" userId="38f762f444469328" providerId="LiveId" clId="{993E992C-33F9-456D-B421-C2B3C9B099EB}" dt="2025-06-09T00:11:03.086" v="0" actId="47"/>
        <pc:sldMkLst>
          <pc:docMk/>
          <pc:sldMk cId="3915449917" sldId="1503"/>
        </pc:sldMkLst>
      </pc:sldChg>
      <pc:sldChg chg="del">
        <pc:chgData name="Lenni Lobel" userId="38f762f444469328" providerId="LiveId" clId="{993E992C-33F9-456D-B421-C2B3C9B099EB}" dt="2025-06-09T00:11:03.086" v="0" actId="47"/>
        <pc:sldMkLst>
          <pc:docMk/>
          <pc:sldMk cId="1379763522" sldId="1504"/>
        </pc:sldMkLst>
      </pc:sldChg>
      <pc:sldChg chg="del">
        <pc:chgData name="Lenni Lobel" userId="38f762f444469328" providerId="LiveId" clId="{993E992C-33F9-456D-B421-C2B3C9B099EB}" dt="2025-06-09T00:11:03.086" v="0" actId="47"/>
        <pc:sldMkLst>
          <pc:docMk/>
          <pc:sldMk cId="4166646050" sldId="1505"/>
        </pc:sldMkLst>
      </pc:sldChg>
      <pc:sldChg chg="del">
        <pc:chgData name="Lenni Lobel" userId="38f762f444469328" providerId="LiveId" clId="{993E992C-33F9-456D-B421-C2B3C9B099EB}" dt="2025-06-09T00:11:03.086" v="0" actId="47"/>
        <pc:sldMkLst>
          <pc:docMk/>
          <pc:sldMk cId="1353936796" sldId="1506"/>
        </pc:sldMkLst>
      </pc:sldChg>
      <pc:sldChg chg="del">
        <pc:chgData name="Lenni Lobel" userId="38f762f444469328" providerId="LiveId" clId="{993E992C-33F9-456D-B421-C2B3C9B099EB}" dt="2025-06-09T00:11:03.086" v="0" actId="47"/>
        <pc:sldMkLst>
          <pc:docMk/>
          <pc:sldMk cId="705234003" sldId="1507"/>
        </pc:sldMkLst>
      </pc:sldChg>
      <pc:sldChg chg="del">
        <pc:chgData name="Lenni Lobel" userId="38f762f444469328" providerId="LiveId" clId="{993E992C-33F9-456D-B421-C2B3C9B099EB}" dt="2025-06-09T00:11:03.086" v="0" actId="47"/>
        <pc:sldMkLst>
          <pc:docMk/>
          <pc:sldMk cId="1962345225" sldId="1508"/>
        </pc:sldMkLst>
      </pc:sldChg>
      <pc:sldChg chg="add">
        <pc:chgData name="Lenni Lobel" userId="38f762f444469328" providerId="LiveId" clId="{993E992C-33F9-456D-B421-C2B3C9B099EB}" dt="2025-06-09T00:11:30.451" v="1"/>
        <pc:sldMkLst>
          <pc:docMk/>
          <pc:sldMk cId="644529612" sldId="1509"/>
        </pc:sldMkLst>
      </pc:sldChg>
      <pc:sldChg chg="add">
        <pc:chgData name="Lenni Lobel" userId="38f762f444469328" providerId="LiveId" clId="{993E992C-33F9-456D-B421-C2B3C9B099EB}" dt="2025-06-09T00:11:30.451" v="1"/>
        <pc:sldMkLst>
          <pc:docMk/>
          <pc:sldMk cId="2597080828" sldId="1510"/>
        </pc:sldMkLst>
      </pc:sldChg>
      <pc:sldChg chg="add">
        <pc:chgData name="Lenni Lobel" userId="38f762f444469328" providerId="LiveId" clId="{993E992C-33F9-456D-B421-C2B3C9B099EB}" dt="2025-06-09T00:11:30.451" v="1"/>
        <pc:sldMkLst>
          <pc:docMk/>
          <pc:sldMk cId="1932981131" sldId="1511"/>
        </pc:sldMkLst>
      </pc:sldChg>
    </pc:docChg>
  </pc:docChgLst>
  <pc:docChgLst>
    <pc:chgData name="Lenni Lobel" userId="38f762f444469328" providerId="LiveId" clId="{A28EEA87-3FF7-4841-9BD4-E91A50659F13}"/>
    <pc:docChg chg="addSld delSld modSld">
      <pc:chgData name="Lenni Lobel" userId="38f762f444469328" providerId="LiveId" clId="{A28EEA87-3FF7-4841-9BD4-E91A50659F13}" dt="2025-06-09T00:13:03.367" v="1"/>
      <pc:docMkLst>
        <pc:docMk/>
      </pc:docMkLst>
      <pc:sldChg chg="del">
        <pc:chgData name="Lenni Lobel" userId="38f762f444469328" providerId="LiveId" clId="{A28EEA87-3FF7-4841-9BD4-E91A50659F13}" dt="2025-06-09T00:12:44.402" v="0" actId="47"/>
        <pc:sldMkLst>
          <pc:docMk/>
          <pc:sldMk cId="1957956926" sldId="1329"/>
        </pc:sldMkLst>
      </pc:sldChg>
      <pc:sldChg chg="del">
        <pc:chgData name="Lenni Lobel" userId="38f762f444469328" providerId="LiveId" clId="{A28EEA87-3FF7-4841-9BD4-E91A50659F13}" dt="2025-06-09T00:12:44.402" v="0" actId="47"/>
        <pc:sldMkLst>
          <pc:docMk/>
          <pc:sldMk cId="2891341244" sldId="1330"/>
        </pc:sldMkLst>
      </pc:sldChg>
      <pc:sldChg chg="del">
        <pc:chgData name="Lenni Lobel" userId="38f762f444469328" providerId="LiveId" clId="{A28EEA87-3FF7-4841-9BD4-E91A50659F13}" dt="2025-06-09T00:12:44.402" v="0" actId="47"/>
        <pc:sldMkLst>
          <pc:docMk/>
          <pc:sldMk cId="4114815789" sldId="1331"/>
        </pc:sldMkLst>
      </pc:sldChg>
      <pc:sldChg chg="del">
        <pc:chgData name="Lenni Lobel" userId="38f762f444469328" providerId="LiveId" clId="{A28EEA87-3FF7-4841-9BD4-E91A50659F13}" dt="2025-06-09T00:12:44.402" v="0" actId="47"/>
        <pc:sldMkLst>
          <pc:docMk/>
          <pc:sldMk cId="4281235464" sldId="1332"/>
        </pc:sldMkLst>
      </pc:sldChg>
      <pc:sldChg chg="del">
        <pc:chgData name="Lenni Lobel" userId="38f762f444469328" providerId="LiveId" clId="{A28EEA87-3FF7-4841-9BD4-E91A50659F13}" dt="2025-06-09T00:12:44.402" v="0" actId="47"/>
        <pc:sldMkLst>
          <pc:docMk/>
          <pc:sldMk cId="1261266731" sldId="1335"/>
        </pc:sldMkLst>
      </pc:sldChg>
      <pc:sldChg chg="del">
        <pc:chgData name="Lenni Lobel" userId="38f762f444469328" providerId="LiveId" clId="{A28EEA87-3FF7-4841-9BD4-E91A50659F13}" dt="2025-06-09T00:12:44.402" v="0" actId="47"/>
        <pc:sldMkLst>
          <pc:docMk/>
          <pc:sldMk cId="2190212000" sldId="1339"/>
        </pc:sldMkLst>
      </pc:sldChg>
      <pc:sldChg chg="del">
        <pc:chgData name="Lenni Lobel" userId="38f762f444469328" providerId="LiveId" clId="{A28EEA87-3FF7-4841-9BD4-E91A50659F13}" dt="2025-06-09T00:12:44.402" v="0" actId="47"/>
        <pc:sldMkLst>
          <pc:docMk/>
          <pc:sldMk cId="470659990" sldId="1340"/>
        </pc:sldMkLst>
      </pc:sldChg>
      <pc:sldChg chg="del">
        <pc:chgData name="Lenni Lobel" userId="38f762f444469328" providerId="LiveId" clId="{A28EEA87-3FF7-4841-9BD4-E91A50659F13}" dt="2025-06-09T00:12:44.402" v="0" actId="47"/>
        <pc:sldMkLst>
          <pc:docMk/>
          <pc:sldMk cId="3056626732" sldId="1341"/>
        </pc:sldMkLst>
      </pc:sldChg>
      <pc:sldChg chg="del">
        <pc:chgData name="Lenni Lobel" userId="38f762f444469328" providerId="LiveId" clId="{A28EEA87-3FF7-4841-9BD4-E91A50659F13}" dt="2025-06-09T00:12:44.402" v="0" actId="47"/>
        <pc:sldMkLst>
          <pc:docMk/>
          <pc:sldMk cId="3706300002" sldId="1344"/>
        </pc:sldMkLst>
      </pc:sldChg>
      <pc:sldChg chg="del">
        <pc:chgData name="Lenni Lobel" userId="38f762f444469328" providerId="LiveId" clId="{A28EEA87-3FF7-4841-9BD4-E91A50659F13}" dt="2025-06-09T00:12:44.402" v="0" actId="47"/>
        <pc:sldMkLst>
          <pc:docMk/>
          <pc:sldMk cId="966169688" sldId="1345"/>
        </pc:sldMkLst>
      </pc:sldChg>
      <pc:sldChg chg="del">
        <pc:chgData name="Lenni Lobel" userId="38f762f444469328" providerId="LiveId" clId="{A28EEA87-3FF7-4841-9BD4-E91A50659F13}" dt="2025-06-09T00:12:44.402" v="0" actId="47"/>
        <pc:sldMkLst>
          <pc:docMk/>
          <pc:sldMk cId="2374370903" sldId="1346"/>
        </pc:sldMkLst>
      </pc:sldChg>
      <pc:sldChg chg="del">
        <pc:chgData name="Lenni Lobel" userId="38f762f444469328" providerId="LiveId" clId="{A28EEA87-3FF7-4841-9BD4-E91A50659F13}" dt="2025-06-09T00:12:44.402" v="0" actId="47"/>
        <pc:sldMkLst>
          <pc:docMk/>
          <pc:sldMk cId="33847337" sldId="1347"/>
        </pc:sldMkLst>
      </pc:sldChg>
      <pc:sldChg chg="del">
        <pc:chgData name="Lenni Lobel" userId="38f762f444469328" providerId="LiveId" clId="{A28EEA87-3FF7-4841-9BD4-E91A50659F13}" dt="2025-06-09T00:12:44.402" v="0" actId="47"/>
        <pc:sldMkLst>
          <pc:docMk/>
          <pc:sldMk cId="3345115942" sldId="1348"/>
        </pc:sldMkLst>
      </pc:sldChg>
      <pc:sldChg chg="del">
        <pc:chgData name="Lenni Lobel" userId="38f762f444469328" providerId="LiveId" clId="{A28EEA87-3FF7-4841-9BD4-E91A50659F13}" dt="2025-06-09T00:12:44.402" v="0" actId="47"/>
        <pc:sldMkLst>
          <pc:docMk/>
          <pc:sldMk cId="191386590" sldId="1349"/>
        </pc:sldMkLst>
      </pc:sldChg>
      <pc:sldChg chg="del">
        <pc:chgData name="Lenni Lobel" userId="38f762f444469328" providerId="LiveId" clId="{A28EEA87-3FF7-4841-9BD4-E91A50659F13}" dt="2025-06-09T00:12:44.402" v="0" actId="47"/>
        <pc:sldMkLst>
          <pc:docMk/>
          <pc:sldMk cId="387471453" sldId="1361"/>
        </pc:sldMkLst>
      </pc:sldChg>
      <pc:sldChg chg="del">
        <pc:chgData name="Lenni Lobel" userId="38f762f444469328" providerId="LiveId" clId="{A28EEA87-3FF7-4841-9BD4-E91A50659F13}" dt="2025-06-09T00:12:44.402" v="0" actId="47"/>
        <pc:sldMkLst>
          <pc:docMk/>
          <pc:sldMk cId="3081942467" sldId="1362"/>
        </pc:sldMkLst>
      </pc:sldChg>
      <pc:sldChg chg="del">
        <pc:chgData name="Lenni Lobel" userId="38f762f444469328" providerId="LiveId" clId="{A28EEA87-3FF7-4841-9BD4-E91A50659F13}" dt="2025-06-09T00:12:44.402" v="0" actId="47"/>
        <pc:sldMkLst>
          <pc:docMk/>
          <pc:sldMk cId="3223137882" sldId="1363"/>
        </pc:sldMkLst>
      </pc:sldChg>
      <pc:sldChg chg="del">
        <pc:chgData name="Lenni Lobel" userId="38f762f444469328" providerId="LiveId" clId="{A28EEA87-3FF7-4841-9BD4-E91A50659F13}" dt="2025-06-09T00:12:44.402" v="0" actId="47"/>
        <pc:sldMkLst>
          <pc:docMk/>
          <pc:sldMk cId="2562155369" sldId="1364"/>
        </pc:sldMkLst>
      </pc:sldChg>
      <pc:sldChg chg="del">
        <pc:chgData name="Lenni Lobel" userId="38f762f444469328" providerId="LiveId" clId="{A28EEA87-3FF7-4841-9BD4-E91A50659F13}" dt="2025-06-09T00:12:44.402" v="0" actId="47"/>
        <pc:sldMkLst>
          <pc:docMk/>
          <pc:sldMk cId="1282526466" sldId="1365"/>
        </pc:sldMkLst>
      </pc:sldChg>
      <pc:sldChg chg="del">
        <pc:chgData name="Lenni Lobel" userId="38f762f444469328" providerId="LiveId" clId="{A28EEA87-3FF7-4841-9BD4-E91A50659F13}" dt="2025-06-09T00:12:44.402" v="0" actId="47"/>
        <pc:sldMkLst>
          <pc:docMk/>
          <pc:sldMk cId="4190257950" sldId="1367"/>
        </pc:sldMkLst>
      </pc:sldChg>
      <pc:sldChg chg="del">
        <pc:chgData name="Lenni Lobel" userId="38f762f444469328" providerId="LiveId" clId="{A28EEA87-3FF7-4841-9BD4-E91A50659F13}" dt="2025-06-09T00:12:44.402" v="0" actId="47"/>
        <pc:sldMkLst>
          <pc:docMk/>
          <pc:sldMk cId="644529612" sldId="1509"/>
        </pc:sldMkLst>
      </pc:sldChg>
      <pc:sldChg chg="del">
        <pc:chgData name="Lenni Lobel" userId="38f762f444469328" providerId="LiveId" clId="{A28EEA87-3FF7-4841-9BD4-E91A50659F13}" dt="2025-06-09T00:12:44.402" v="0" actId="47"/>
        <pc:sldMkLst>
          <pc:docMk/>
          <pc:sldMk cId="2597080828" sldId="1510"/>
        </pc:sldMkLst>
      </pc:sldChg>
      <pc:sldChg chg="del">
        <pc:chgData name="Lenni Lobel" userId="38f762f444469328" providerId="LiveId" clId="{A28EEA87-3FF7-4841-9BD4-E91A50659F13}" dt="2025-06-09T00:12:44.402" v="0" actId="47"/>
        <pc:sldMkLst>
          <pc:docMk/>
          <pc:sldMk cId="1932981131" sldId="1511"/>
        </pc:sldMkLst>
      </pc:sldChg>
      <pc:sldChg chg="add">
        <pc:chgData name="Lenni Lobel" userId="38f762f444469328" providerId="LiveId" clId="{A28EEA87-3FF7-4841-9BD4-E91A50659F13}" dt="2025-06-09T00:13:03.367" v="1"/>
        <pc:sldMkLst>
          <pc:docMk/>
          <pc:sldMk cId="2011423075" sldId="1512"/>
        </pc:sldMkLst>
      </pc:sldChg>
      <pc:sldChg chg="add">
        <pc:chgData name="Lenni Lobel" userId="38f762f444469328" providerId="LiveId" clId="{A28EEA87-3FF7-4841-9BD4-E91A50659F13}" dt="2025-06-09T00:13:03.367" v="1"/>
        <pc:sldMkLst>
          <pc:docMk/>
          <pc:sldMk cId="3328937689" sldId="1513"/>
        </pc:sldMkLst>
      </pc:sldChg>
      <pc:sldChg chg="add">
        <pc:chgData name="Lenni Lobel" userId="38f762f444469328" providerId="LiveId" clId="{A28EEA87-3FF7-4841-9BD4-E91A50659F13}" dt="2025-06-09T00:13:03.367" v="1"/>
        <pc:sldMkLst>
          <pc:docMk/>
          <pc:sldMk cId="3612524401" sldId="1514"/>
        </pc:sldMkLst>
      </pc:sldChg>
      <pc:sldChg chg="add">
        <pc:chgData name="Lenni Lobel" userId="38f762f444469328" providerId="LiveId" clId="{A28EEA87-3FF7-4841-9BD4-E91A50659F13}" dt="2025-06-09T00:13:03.367" v="1"/>
        <pc:sldMkLst>
          <pc:docMk/>
          <pc:sldMk cId="4139700781" sldId="1515"/>
        </pc:sldMkLst>
      </pc:sldChg>
      <pc:sldChg chg="add">
        <pc:chgData name="Lenni Lobel" userId="38f762f444469328" providerId="LiveId" clId="{A28EEA87-3FF7-4841-9BD4-E91A50659F13}" dt="2025-06-09T00:13:03.367" v="1"/>
        <pc:sldMkLst>
          <pc:docMk/>
          <pc:sldMk cId="2119986645" sldId="1516"/>
        </pc:sldMkLst>
      </pc:sldChg>
      <pc:sldChg chg="add">
        <pc:chgData name="Lenni Lobel" userId="38f762f444469328" providerId="LiveId" clId="{A28EEA87-3FF7-4841-9BD4-E91A50659F13}" dt="2025-06-09T00:13:03.367" v="1"/>
        <pc:sldMkLst>
          <pc:docMk/>
          <pc:sldMk cId="527669149" sldId="1519"/>
        </pc:sldMkLst>
      </pc:sldChg>
      <pc:sldChg chg="add">
        <pc:chgData name="Lenni Lobel" userId="38f762f444469328" providerId="LiveId" clId="{A28EEA87-3FF7-4841-9BD4-E91A50659F13}" dt="2025-06-09T00:13:03.367" v="1"/>
        <pc:sldMkLst>
          <pc:docMk/>
          <pc:sldMk cId="1572708875" sldId="1520"/>
        </pc:sldMkLst>
      </pc:sldChg>
      <pc:sldChg chg="add">
        <pc:chgData name="Lenni Lobel" userId="38f762f444469328" providerId="LiveId" clId="{A28EEA87-3FF7-4841-9BD4-E91A50659F13}" dt="2025-06-09T00:13:03.367" v="1"/>
        <pc:sldMkLst>
          <pc:docMk/>
          <pc:sldMk cId="3983078885" sldId="1521"/>
        </pc:sldMkLst>
      </pc:sldChg>
      <pc:sldChg chg="add">
        <pc:chgData name="Lenni Lobel" userId="38f762f444469328" providerId="LiveId" clId="{A28EEA87-3FF7-4841-9BD4-E91A50659F13}" dt="2025-06-09T00:13:03.367" v="1"/>
        <pc:sldMkLst>
          <pc:docMk/>
          <pc:sldMk cId="3523140195" sldId="1522"/>
        </pc:sldMkLst>
      </pc:sldChg>
      <pc:sldChg chg="add">
        <pc:chgData name="Lenni Lobel" userId="38f762f444469328" providerId="LiveId" clId="{A28EEA87-3FF7-4841-9BD4-E91A50659F13}" dt="2025-06-09T00:13:03.367" v="1"/>
        <pc:sldMkLst>
          <pc:docMk/>
          <pc:sldMk cId="2138419210" sldId="1523"/>
        </pc:sldMkLst>
      </pc:sldChg>
      <pc:sldChg chg="add">
        <pc:chgData name="Lenni Lobel" userId="38f762f444469328" providerId="LiveId" clId="{A28EEA87-3FF7-4841-9BD4-E91A50659F13}" dt="2025-06-09T00:13:03.367" v="1"/>
        <pc:sldMkLst>
          <pc:docMk/>
          <pc:sldMk cId="3106477719" sldId="1524"/>
        </pc:sldMkLst>
      </pc:sldChg>
      <pc:sldChg chg="add">
        <pc:chgData name="Lenni Lobel" userId="38f762f444469328" providerId="LiveId" clId="{A28EEA87-3FF7-4841-9BD4-E91A50659F13}" dt="2025-06-09T00:13:03.367" v="1"/>
        <pc:sldMkLst>
          <pc:docMk/>
          <pc:sldMk cId="731524548" sldId="1525"/>
        </pc:sldMkLst>
      </pc:sldChg>
      <pc:sldChg chg="add">
        <pc:chgData name="Lenni Lobel" userId="38f762f444469328" providerId="LiveId" clId="{A28EEA87-3FF7-4841-9BD4-E91A50659F13}" dt="2025-06-09T00:13:03.367" v="1"/>
        <pc:sldMkLst>
          <pc:docMk/>
          <pc:sldMk cId="4210080451" sldId="1526"/>
        </pc:sldMkLst>
      </pc:sldChg>
      <pc:sldChg chg="add">
        <pc:chgData name="Lenni Lobel" userId="38f762f444469328" providerId="LiveId" clId="{A28EEA87-3FF7-4841-9BD4-E91A50659F13}" dt="2025-06-09T00:13:03.367" v="1"/>
        <pc:sldMkLst>
          <pc:docMk/>
          <pc:sldMk cId="1399403937" sldId="1527"/>
        </pc:sldMkLst>
      </pc:sldChg>
      <pc:sldChg chg="add">
        <pc:chgData name="Lenni Lobel" userId="38f762f444469328" providerId="LiveId" clId="{A28EEA87-3FF7-4841-9BD4-E91A50659F13}" dt="2025-06-09T00:13:03.367" v="1"/>
        <pc:sldMkLst>
          <pc:docMk/>
          <pc:sldMk cId="2358868410" sldId="1528"/>
        </pc:sldMkLst>
      </pc:sldChg>
      <pc:sldChg chg="add">
        <pc:chgData name="Lenni Lobel" userId="38f762f444469328" providerId="LiveId" clId="{A28EEA87-3FF7-4841-9BD4-E91A50659F13}" dt="2025-06-09T00:13:03.367" v="1"/>
        <pc:sldMkLst>
          <pc:docMk/>
          <pc:sldMk cId="3995638868" sldId="1529"/>
        </pc:sldMkLst>
      </pc:sldChg>
      <pc:sldChg chg="add">
        <pc:chgData name="Lenni Lobel" userId="38f762f444469328" providerId="LiveId" clId="{A28EEA87-3FF7-4841-9BD4-E91A50659F13}" dt="2025-06-09T00:13:03.367" v="1"/>
        <pc:sldMkLst>
          <pc:docMk/>
          <pc:sldMk cId="2903639521" sldId="1530"/>
        </pc:sldMkLst>
      </pc:sldChg>
      <pc:sldChg chg="add">
        <pc:chgData name="Lenni Lobel" userId="38f762f444469328" providerId="LiveId" clId="{A28EEA87-3FF7-4841-9BD4-E91A50659F13}" dt="2025-06-09T00:13:03.367" v="1"/>
        <pc:sldMkLst>
          <pc:docMk/>
          <pc:sldMk cId="1401585109" sldId="1531"/>
        </pc:sldMkLst>
      </pc:sldChg>
      <pc:sldChg chg="add">
        <pc:chgData name="Lenni Lobel" userId="38f762f444469328" providerId="LiveId" clId="{A28EEA87-3FF7-4841-9BD4-E91A50659F13}" dt="2025-06-09T00:13:03.367" v="1"/>
        <pc:sldMkLst>
          <pc:docMk/>
          <pc:sldMk cId="2051493717" sldId="1532"/>
        </pc:sldMkLst>
      </pc:sldChg>
      <pc:sldChg chg="add">
        <pc:chgData name="Lenni Lobel" userId="38f762f444469328" providerId="LiveId" clId="{A28EEA87-3FF7-4841-9BD4-E91A50659F13}" dt="2025-06-09T00:13:03.367" v="1"/>
        <pc:sldMkLst>
          <pc:docMk/>
          <pc:sldMk cId="713190355" sldId="1533"/>
        </pc:sldMkLst>
      </pc:sldChg>
      <pc:sldChg chg="add">
        <pc:chgData name="Lenni Lobel" userId="38f762f444469328" providerId="LiveId" clId="{A28EEA87-3FF7-4841-9BD4-E91A50659F13}" dt="2025-06-09T00:13:03.367" v="1"/>
        <pc:sldMkLst>
          <pc:docMk/>
          <pc:sldMk cId="1190186894" sldId="1534"/>
        </pc:sldMkLst>
      </pc:sldChg>
      <pc:sldChg chg="add">
        <pc:chgData name="Lenni Lobel" userId="38f762f444469328" providerId="LiveId" clId="{A28EEA87-3FF7-4841-9BD4-E91A50659F13}" dt="2025-06-09T00:13:03.367" v="1"/>
        <pc:sldMkLst>
          <pc:docMk/>
          <pc:sldMk cId="3529938784" sldId="1535"/>
        </pc:sldMkLst>
      </pc:sldChg>
      <pc:sldChg chg="add">
        <pc:chgData name="Lenni Lobel" userId="38f762f444469328" providerId="LiveId" clId="{A28EEA87-3FF7-4841-9BD4-E91A50659F13}" dt="2025-06-09T00:13:03.367" v="1"/>
        <pc:sldMkLst>
          <pc:docMk/>
          <pc:sldMk cId="2307795114" sldId="1536"/>
        </pc:sldMkLst>
      </pc:sldChg>
      <pc:sldChg chg="add">
        <pc:chgData name="Lenni Lobel" userId="38f762f444469328" providerId="LiveId" clId="{A28EEA87-3FF7-4841-9BD4-E91A50659F13}" dt="2025-06-09T00:13:03.367" v="1"/>
        <pc:sldMkLst>
          <pc:docMk/>
          <pc:sldMk cId="2328730922" sldId="1537"/>
        </pc:sldMkLst>
      </pc:sldChg>
      <pc:sldChg chg="add">
        <pc:chgData name="Lenni Lobel" userId="38f762f444469328" providerId="LiveId" clId="{A28EEA87-3FF7-4841-9BD4-E91A50659F13}" dt="2025-06-09T00:13:03.367" v="1"/>
        <pc:sldMkLst>
          <pc:docMk/>
          <pc:sldMk cId="1945271760" sldId="1538"/>
        </pc:sldMkLst>
      </pc:sldChg>
      <pc:sldChg chg="add">
        <pc:chgData name="Lenni Lobel" userId="38f762f444469328" providerId="LiveId" clId="{A28EEA87-3FF7-4841-9BD4-E91A50659F13}" dt="2025-06-09T00:13:03.367" v="1"/>
        <pc:sldMkLst>
          <pc:docMk/>
          <pc:sldMk cId="420667337" sldId="1539"/>
        </pc:sldMkLst>
      </pc:sldChg>
    </pc:docChg>
  </pc:docChgLst>
  <pc:docChgLst>
    <pc:chgData name="Lenni Lobel" userId="38f762f444469328" providerId="LiveId" clId="{276C1326-6CDB-4B97-B847-EC0E34816B6E}"/>
    <pc:docChg chg="addSld delSld modSld">
      <pc:chgData name="Lenni Lobel" userId="38f762f444469328" providerId="LiveId" clId="{276C1326-6CDB-4B97-B847-EC0E34816B6E}" dt="2025-06-09T00:13:56.741" v="1"/>
      <pc:docMkLst>
        <pc:docMk/>
      </pc:docMkLst>
      <pc:sldChg chg="add">
        <pc:chgData name="Lenni Lobel" userId="38f762f444469328" providerId="LiveId" clId="{276C1326-6CDB-4B97-B847-EC0E34816B6E}" dt="2025-06-09T00:13:56.741" v="1"/>
        <pc:sldMkLst>
          <pc:docMk/>
          <pc:sldMk cId="1676828531" sldId="1468"/>
        </pc:sldMkLst>
      </pc:sldChg>
      <pc:sldChg chg="add">
        <pc:chgData name="Lenni Lobel" userId="38f762f444469328" providerId="LiveId" clId="{276C1326-6CDB-4B97-B847-EC0E34816B6E}" dt="2025-06-09T00:13:56.741" v="1"/>
        <pc:sldMkLst>
          <pc:docMk/>
          <pc:sldMk cId="1373926502" sldId="1469"/>
        </pc:sldMkLst>
      </pc:sldChg>
      <pc:sldChg chg="add">
        <pc:chgData name="Lenni Lobel" userId="38f762f444469328" providerId="LiveId" clId="{276C1326-6CDB-4B97-B847-EC0E34816B6E}" dt="2025-06-09T00:13:56.741" v="1"/>
        <pc:sldMkLst>
          <pc:docMk/>
          <pc:sldMk cId="4192793890" sldId="1470"/>
        </pc:sldMkLst>
      </pc:sldChg>
      <pc:sldChg chg="add">
        <pc:chgData name="Lenni Lobel" userId="38f762f444469328" providerId="LiveId" clId="{276C1326-6CDB-4B97-B847-EC0E34816B6E}" dt="2025-06-09T00:13:56.741" v="1"/>
        <pc:sldMkLst>
          <pc:docMk/>
          <pc:sldMk cId="3992705188" sldId="1471"/>
        </pc:sldMkLst>
      </pc:sldChg>
      <pc:sldChg chg="add">
        <pc:chgData name="Lenni Lobel" userId="38f762f444469328" providerId="LiveId" clId="{276C1326-6CDB-4B97-B847-EC0E34816B6E}" dt="2025-06-09T00:13:56.741" v="1"/>
        <pc:sldMkLst>
          <pc:docMk/>
          <pc:sldMk cId="964091748" sldId="1472"/>
        </pc:sldMkLst>
      </pc:sldChg>
      <pc:sldChg chg="add">
        <pc:chgData name="Lenni Lobel" userId="38f762f444469328" providerId="LiveId" clId="{276C1326-6CDB-4B97-B847-EC0E34816B6E}" dt="2025-06-09T00:13:56.741" v="1"/>
        <pc:sldMkLst>
          <pc:docMk/>
          <pc:sldMk cId="651407156" sldId="1473"/>
        </pc:sldMkLst>
      </pc:sldChg>
      <pc:sldChg chg="add">
        <pc:chgData name="Lenni Lobel" userId="38f762f444469328" providerId="LiveId" clId="{276C1326-6CDB-4B97-B847-EC0E34816B6E}" dt="2025-06-09T00:13:56.741" v="1"/>
        <pc:sldMkLst>
          <pc:docMk/>
          <pc:sldMk cId="1376848250" sldId="1474"/>
        </pc:sldMkLst>
      </pc:sldChg>
      <pc:sldChg chg="add">
        <pc:chgData name="Lenni Lobel" userId="38f762f444469328" providerId="LiveId" clId="{276C1326-6CDB-4B97-B847-EC0E34816B6E}" dt="2025-06-09T00:13:56.741" v="1"/>
        <pc:sldMkLst>
          <pc:docMk/>
          <pc:sldMk cId="3587451037" sldId="1475"/>
        </pc:sldMkLst>
      </pc:sldChg>
      <pc:sldChg chg="add">
        <pc:chgData name="Lenni Lobel" userId="38f762f444469328" providerId="LiveId" clId="{276C1326-6CDB-4B97-B847-EC0E34816B6E}" dt="2025-06-09T00:13:56.741" v="1"/>
        <pc:sldMkLst>
          <pc:docMk/>
          <pc:sldMk cId="3606940944" sldId="1476"/>
        </pc:sldMkLst>
      </pc:sldChg>
      <pc:sldChg chg="add">
        <pc:chgData name="Lenni Lobel" userId="38f762f444469328" providerId="LiveId" clId="{276C1326-6CDB-4B97-B847-EC0E34816B6E}" dt="2025-06-09T00:13:56.741" v="1"/>
        <pc:sldMkLst>
          <pc:docMk/>
          <pc:sldMk cId="2444094829" sldId="1478"/>
        </pc:sldMkLst>
      </pc:sldChg>
      <pc:sldChg chg="add">
        <pc:chgData name="Lenni Lobel" userId="38f762f444469328" providerId="LiveId" clId="{276C1326-6CDB-4B97-B847-EC0E34816B6E}" dt="2025-06-09T00:13:56.741" v="1"/>
        <pc:sldMkLst>
          <pc:docMk/>
          <pc:sldMk cId="1990117170" sldId="1479"/>
        </pc:sldMkLst>
      </pc:sldChg>
      <pc:sldChg chg="add">
        <pc:chgData name="Lenni Lobel" userId="38f762f444469328" providerId="LiveId" clId="{276C1326-6CDB-4B97-B847-EC0E34816B6E}" dt="2025-06-09T00:13:56.741" v="1"/>
        <pc:sldMkLst>
          <pc:docMk/>
          <pc:sldMk cId="242719685" sldId="1480"/>
        </pc:sldMkLst>
      </pc:sldChg>
      <pc:sldChg chg="add">
        <pc:chgData name="Lenni Lobel" userId="38f762f444469328" providerId="LiveId" clId="{276C1326-6CDB-4B97-B847-EC0E34816B6E}" dt="2025-06-09T00:13:56.741" v="1"/>
        <pc:sldMkLst>
          <pc:docMk/>
          <pc:sldMk cId="3794873383" sldId="1481"/>
        </pc:sldMkLst>
      </pc:sldChg>
      <pc:sldChg chg="add">
        <pc:chgData name="Lenni Lobel" userId="38f762f444469328" providerId="LiveId" clId="{276C1326-6CDB-4B97-B847-EC0E34816B6E}" dt="2025-06-09T00:13:56.741" v="1"/>
        <pc:sldMkLst>
          <pc:docMk/>
          <pc:sldMk cId="2797334621" sldId="1482"/>
        </pc:sldMkLst>
      </pc:sldChg>
      <pc:sldChg chg="add">
        <pc:chgData name="Lenni Lobel" userId="38f762f444469328" providerId="LiveId" clId="{276C1326-6CDB-4B97-B847-EC0E34816B6E}" dt="2025-06-09T00:13:56.741" v="1"/>
        <pc:sldMkLst>
          <pc:docMk/>
          <pc:sldMk cId="938460172" sldId="1483"/>
        </pc:sldMkLst>
      </pc:sldChg>
      <pc:sldChg chg="add">
        <pc:chgData name="Lenni Lobel" userId="38f762f444469328" providerId="LiveId" clId="{276C1326-6CDB-4B97-B847-EC0E34816B6E}" dt="2025-06-09T00:13:56.741" v="1"/>
        <pc:sldMkLst>
          <pc:docMk/>
          <pc:sldMk cId="277946919" sldId="1484"/>
        </pc:sldMkLst>
      </pc:sldChg>
      <pc:sldChg chg="add">
        <pc:chgData name="Lenni Lobel" userId="38f762f444469328" providerId="LiveId" clId="{276C1326-6CDB-4B97-B847-EC0E34816B6E}" dt="2025-06-09T00:13:56.741" v="1"/>
        <pc:sldMkLst>
          <pc:docMk/>
          <pc:sldMk cId="1249024680" sldId="1486"/>
        </pc:sldMkLst>
      </pc:sldChg>
      <pc:sldChg chg="del">
        <pc:chgData name="Lenni Lobel" userId="38f762f444469328" providerId="LiveId" clId="{276C1326-6CDB-4B97-B847-EC0E34816B6E}" dt="2025-06-09T00:13:43.355" v="0" actId="47"/>
        <pc:sldMkLst>
          <pc:docMk/>
          <pc:sldMk cId="2011423075" sldId="1512"/>
        </pc:sldMkLst>
      </pc:sldChg>
      <pc:sldChg chg="del">
        <pc:chgData name="Lenni Lobel" userId="38f762f444469328" providerId="LiveId" clId="{276C1326-6CDB-4B97-B847-EC0E34816B6E}" dt="2025-06-09T00:13:43.355" v="0" actId="47"/>
        <pc:sldMkLst>
          <pc:docMk/>
          <pc:sldMk cId="3328937689" sldId="1513"/>
        </pc:sldMkLst>
      </pc:sldChg>
      <pc:sldChg chg="del">
        <pc:chgData name="Lenni Lobel" userId="38f762f444469328" providerId="LiveId" clId="{276C1326-6CDB-4B97-B847-EC0E34816B6E}" dt="2025-06-09T00:13:43.355" v="0" actId="47"/>
        <pc:sldMkLst>
          <pc:docMk/>
          <pc:sldMk cId="3612524401" sldId="1514"/>
        </pc:sldMkLst>
      </pc:sldChg>
      <pc:sldChg chg="del">
        <pc:chgData name="Lenni Lobel" userId="38f762f444469328" providerId="LiveId" clId="{276C1326-6CDB-4B97-B847-EC0E34816B6E}" dt="2025-06-09T00:13:43.355" v="0" actId="47"/>
        <pc:sldMkLst>
          <pc:docMk/>
          <pc:sldMk cId="4139700781" sldId="1515"/>
        </pc:sldMkLst>
      </pc:sldChg>
      <pc:sldChg chg="del">
        <pc:chgData name="Lenni Lobel" userId="38f762f444469328" providerId="LiveId" clId="{276C1326-6CDB-4B97-B847-EC0E34816B6E}" dt="2025-06-09T00:13:43.355" v="0" actId="47"/>
        <pc:sldMkLst>
          <pc:docMk/>
          <pc:sldMk cId="2119986645" sldId="1516"/>
        </pc:sldMkLst>
      </pc:sldChg>
      <pc:sldChg chg="del">
        <pc:chgData name="Lenni Lobel" userId="38f762f444469328" providerId="LiveId" clId="{276C1326-6CDB-4B97-B847-EC0E34816B6E}" dt="2025-06-09T00:13:43.355" v="0" actId="47"/>
        <pc:sldMkLst>
          <pc:docMk/>
          <pc:sldMk cId="527669149" sldId="1519"/>
        </pc:sldMkLst>
      </pc:sldChg>
      <pc:sldChg chg="del">
        <pc:chgData name="Lenni Lobel" userId="38f762f444469328" providerId="LiveId" clId="{276C1326-6CDB-4B97-B847-EC0E34816B6E}" dt="2025-06-09T00:13:43.355" v="0" actId="47"/>
        <pc:sldMkLst>
          <pc:docMk/>
          <pc:sldMk cId="1572708875" sldId="1520"/>
        </pc:sldMkLst>
      </pc:sldChg>
      <pc:sldChg chg="del">
        <pc:chgData name="Lenni Lobel" userId="38f762f444469328" providerId="LiveId" clId="{276C1326-6CDB-4B97-B847-EC0E34816B6E}" dt="2025-06-09T00:13:43.355" v="0" actId="47"/>
        <pc:sldMkLst>
          <pc:docMk/>
          <pc:sldMk cId="3983078885" sldId="1521"/>
        </pc:sldMkLst>
      </pc:sldChg>
      <pc:sldChg chg="del">
        <pc:chgData name="Lenni Lobel" userId="38f762f444469328" providerId="LiveId" clId="{276C1326-6CDB-4B97-B847-EC0E34816B6E}" dt="2025-06-09T00:13:43.355" v="0" actId="47"/>
        <pc:sldMkLst>
          <pc:docMk/>
          <pc:sldMk cId="3523140195" sldId="1522"/>
        </pc:sldMkLst>
      </pc:sldChg>
      <pc:sldChg chg="del">
        <pc:chgData name="Lenni Lobel" userId="38f762f444469328" providerId="LiveId" clId="{276C1326-6CDB-4B97-B847-EC0E34816B6E}" dt="2025-06-09T00:13:43.355" v="0" actId="47"/>
        <pc:sldMkLst>
          <pc:docMk/>
          <pc:sldMk cId="2138419210" sldId="1523"/>
        </pc:sldMkLst>
      </pc:sldChg>
      <pc:sldChg chg="del">
        <pc:chgData name="Lenni Lobel" userId="38f762f444469328" providerId="LiveId" clId="{276C1326-6CDB-4B97-B847-EC0E34816B6E}" dt="2025-06-09T00:13:43.355" v="0" actId="47"/>
        <pc:sldMkLst>
          <pc:docMk/>
          <pc:sldMk cId="3106477719" sldId="1524"/>
        </pc:sldMkLst>
      </pc:sldChg>
      <pc:sldChg chg="del">
        <pc:chgData name="Lenni Lobel" userId="38f762f444469328" providerId="LiveId" clId="{276C1326-6CDB-4B97-B847-EC0E34816B6E}" dt="2025-06-09T00:13:43.355" v="0" actId="47"/>
        <pc:sldMkLst>
          <pc:docMk/>
          <pc:sldMk cId="731524548" sldId="1525"/>
        </pc:sldMkLst>
      </pc:sldChg>
      <pc:sldChg chg="del">
        <pc:chgData name="Lenni Lobel" userId="38f762f444469328" providerId="LiveId" clId="{276C1326-6CDB-4B97-B847-EC0E34816B6E}" dt="2025-06-09T00:13:43.355" v="0" actId="47"/>
        <pc:sldMkLst>
          <pc:docMk/>
          <pc:sldMk cId="4210080451" sldId="1526"/>
        </pc:sldMkLst>
      </pc:sldChg>
      <pc:sldChg chg="del">
        <pc:chgData name="Lenni Lobel" userId="38f762f444469328" providerId="LiveId" clId="{276C1326-6CDB-4B97-B847-EC0E34816B6E}" dt="2025-06-09T00:13:43.355" v="0" actId="47"/>
        <pc:sldMkLst>
          <pc:docMk/>
          <pc:sldMk cId="1399403937" sldId="1527"/>
        </pc:sldMkLst>
      </pc:sldChg>
      <pc:sldChg chg="del">
        <pc:chgData name="Lenni Lobel" userId="38f762f444469328" providerId="LiveId" clId="{276C1326-6CDB-4B97-B847-EC0E34816B6E}" dt="2025-06-09T00:13:43.355" v="0" actId="47"/>
        <pc:sldMkLst>
          <pc:docMk/>
          <pc:sldMk cId="2358868410" sldId="1528"/>
        </pc:sldMkLst>
      </pc:sldChg>
      <pc:sldChg chg="del">
        <pc:chgData name="Lenni Lobel" userId="38f762f444469328" providerId="LiveId" clId="{276C1326-6CDB-4B97-B847-EC0E34816B6E}" dt="2025-06-09T00:13:43.355" v="0" actId="47"/>
        <pc:sldMkLst>
          <pc:docMk/>
          <pc:sldMk cId="3995638868" sldId="1529"/>
        </pc:sldMkLst>
      </pc:sldChg>
      <pc:sldChg chg="del">
        <pc:chgData name="Lenni Lobel" userId="38f762f444469328" providerId="LiveId" clId="{276C1326-6CDB-4B97-B847-EC0E34816B6E}" dt="2025-06-09T00:13:43.355" v="0" actId="47"/>
        <pc:sldMkLst>
          <pc:docMk/>
          <pc:sldMk cId="2903639521" sldId="1530"/>
        </pc:sldMkLst>
      </pc:sldChg>
      <pc:sldChg chg="del">
        <pc:chgData name="Lenni Lobel" userId="38f762f444469328" providerId="LiveId" clId="{276C1326-6CDB-4B97-B847-EC0E34816B6E}" dt="2025-06-09T00:13:43.355" v="0" actId="47"/>
        <pc:sldMkLst>
          <pc:docMk/>
          <pc:sldMk cId="1401585109" sldId="1531"/>
        </pc:sldMkLst>
      </pc:sldChg>
      <pc:sldChg chg="del">
        <pc:chgData name="Lenni Lobel" userId="38f762f444469328" providerId="LiveId" clId="{276C1326-6CDB-4B97-B847-EC0E34816B6E}" dt="2025-06-09T00:13:43.355" v="0" actId="47"/>
        <pc:sldMkLst>
          <pc:docMk/>
          <pc:sldMk cId="2051493717" sldId="1532"/>
        </pc:sldMkLst>
      </pc:sldChg>
      <pc:sldChg chg="del">
        <pc:chgData name="Lenni Lobel" userId="38f762f444469328" providerId="LiveId" clId="{276C1326-6CDB-4B97-B847-EC0E34816B6E}" dt="2025-06-09T00:13:43.355" v="0" actId="47"/>
        <pc:sldMkLst>
          <pc:docMk/>
          <pc:sldMk cId="713190355" sldId="1533"/>
        </pc:sldMkLst>
      </pc:sldChg>
      <pc:sldChg chg="del">
        <pc:chgData name="Lenni Lobel" userId="38f762f444469328" providerId="LiveId" clId="{276C1326-6CDB-4B97-B847-EC0E34816B6E}" dt="2025-06-09T00:13:43.355" v="0" actId="47"/>
        <pc:sldMkLst>
          <pc:docMk/>
          <pc:sldMk cId="1190186894" sldId="1534"/>
        </pc:sldMkLst>
      </pc:sldChg>
      <pc:sldChg chg="del">
        <pc:chgData name="Lenni Lobel" userId="38f762f444469328" providerId="LiveId" clId="{276C1326-6CDB-4B97-B847-EC0E34816B6E}" dt="2025-06-09T00:13:43.355" v="0" actId="47"/>
        <pc:sldMkLst>
          <pc:docMk/>
          <pc:sldMk cId="3529938784" sldId="1535"/>
        </pc:sldMkLst>
      </pc:sldChg>
      <pc:sldChg chg="del">
        <pc:chgData name="Lenni Lobel" userId="38f762f444469328" providerId="LiveId" clId="{276C1326-6CDB-4B97-B847-EC0E34816B6E}" dt="2025-06-09T00:13:43.355" v="0" actId="47"/>
        <pc:sldMkLst>
          <pc:docMk/>
          <pc:sldMk cId="2307795114" sldId="1536"/>
        </pc:sldMkLst>
      </pc:sldChg>
      <pc:sldChg chg="del">
        <pc:chgData name="Lenni Lobel" userId="38f762f444469328" providerId="LiveId" clId="{276C1326-6CDB-4B97-B847-EC0E34816B6E}" dt="2025-06-09T00:13:43.355" v="0" actId="47"/>
        <pc:sldMkLst>
          <pc:docMk/>
          <pc:sldMk cId="2328730922" sldId="1537"/>
        </pc:sldMkLst>
      </pc:sldChg>
      <pc:sldChg chg="del">
        <pc:chgData name="Lenni Lobel" userId="38f762f444469328" providerId="LiveId" clId="{276C1326-6CDB-4B97-B847-EC0E34816B6E}" dt="2025-06-09T00:13:43.355" v="0" actId="47"/>
        <pc:sldMkLst>
          <pc:docMk/>
          <pc:sldMk cId="1945271760" sldId="1538"/>
        </pc:sldMkLst>
      </pc:sldChg>
      <pc:sldChg chg="del">
        <pc:chgData name="Lenni Lobel" userId="38f762f444469328" providerId="LiveId" clId="{276C1326-6CDB-4B97-B847-EC0E34816B6E}" dt="2025-06-09T00:13:43.355" v="0" actId="47"/>
        <pc:sldMkLst>
          <pc:docMk/>
          <pc:sldMk cId="420667337" sldId="1539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742CDB4-B25B-433D-88D8-7790126D1AFF}" type="datetimeFigureOut">
              <a:rPr lang="en-US" smtClean="0"/>
              <a:t>6/8/2025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07AE19E-0578-43F5-9AAF-D77A2F052F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075854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E326DE0-BACA-4EA0-B73F-CC7DC1D7F4A1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805220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E326DE0-BACA-4EA0-B73F-CC7DC1D7F4A1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165989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E326DE0-BACA-4EA0-B73F-CC7DC1D7F4A1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046757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E326DE0-BACA-4EA0-B73F-CC7DC1D7F4A1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607682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E326DE0-BACA-4EA0-B73F-CC7DC1D7F4A1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036686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E326DE0-BACA-4EA0-B73F-CC7DC1D7F4A1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190458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E326DE0-BACA-4EA0-B73F-CC7DC1D7F4A1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61847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E326DE0-BACA-4EA0-B73F-CC7DC1D7F4A1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917681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E326DE0-BACA-4EA0-B73F-CC7DC1D7F4A1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703407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E326DE0-BACA-4EA0-B73F-CC7DC1D7F4A1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164131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E326DE0-BACA-4EA0-B73F-CC7DC1D7F4A1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908823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E326DE0-BACA-4EA0-B73F-CC7DC1D7F4A1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575286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E326DE0-BACA-4EA0-B73F-CC7DC1D7F4A1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56767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E326DE0-BACA-4EA0-B73F-CC7DC1D7F4A1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1387323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E326DE0-BACA-4EA0-B73F-CC7DC1D7F4A1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2817915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E326DE0-BACA-4EA0-B73F-CC7DC1D7F4A1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539917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E326DE0-BACA-4EA0-B73F-CC7DC1D7F4A1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888611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6FA21E-EC54-5563-C2FB-83D3583CC58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8727DFE-C612-4856-347F-08E480C759C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76A752B-0C38-C5F5-B6A5-A587DA018C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C15E7E-1500-4DC9-9505-936B89DBDB3F}" type="datetimeFigureOut">
              <a:rPr lang="en-US" smtClean="0"/>
              <a:t>6/8/2025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5CF410D-FADB-5DBB-7940-DF0CC78990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25AE21-CDED-C1EF-93E0-9470BE0603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D0AE7F-85F8-4E35-86D5-3FA21DC7A7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956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A8A604-0791-6E43-25A3-6DCDC8740F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ECDD9F-B890-100B-DFDF-256188BB9A3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4A30B96-47C8-81F2-4CC6-AC9DC5F2BA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C15E7E-1500-4DC9-9505-936B89DBDB3F}" type="datetimeFigureOut">
              <a:rPr lang="en-US" smtClean="0"/>
              <a:t>6/8/2025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3BB318F-40DD-CA43-7E20-4D029F7336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F52565C-B900-17FD-CBE7-1BBC1D2B4D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D0AE7F-85F8-4E35-86D5-3FA21DC7A7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962459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8BE871-75D6-AC75-E24D-92980069D9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FBA20CD-9749-F915-D9BE-AE8D37F669E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C48FC9B-3769-D7B8-E2F0-049806D48C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C15E7E-1500-4DC9-9505-936B89DBDB3F}" type="datetimeFigureOut">
              <a:rPr lang="en-US" smtClean="0"/>
              <a:t>6/8/2025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1048234-680D-7E8F-B0DD-2AB09C030C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CC4A6DA-1D19-C3FE-196B-80B6977713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D0AE7F-85F8-4E35-86D5-3FA21DC7A7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55300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ACBC2E-AAD7-9B6E-DF5F-B02EDA9AF1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DB527E-7E7B-D7AE-2931-1CA3313B0EE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B5F1FCA-6063-05DE-B5C2-5352231BCC9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4079635-D411-F0A8-AB76-903A6FC890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C15E7E-1500-4DC9-9505-936B89DBDB3F}" type="datetimeFigureOut">
              <a:rPr lang="en-US" smtClean="0"/>
              <a:t>6/8/2025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A3D3499-B4E2-7C44-6559-FB790A2C25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D735C84-F8FF-71A0-FE02-534AE302EF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D0AE7F-85F8-4E35-86D5-3FA21DC7A7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150440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2DFB15-B3D7-3A27-D335-EC3C97287B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DCF90DA-9E7F-1553-8D5A-210FDB592FC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FF85DA9-3D9C-3319-CB95-E2DC696EAC6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2C81000-0097-4C5B-F17B-AE72181F416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0AE24C6-C1A2-5753-3B5C-0DE6CB92FB2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C4218A3-18BE-C0CA-73EF-603B2025AE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C15E7E-1500-4DC9-9505-936B89DBDB3F}" type="datetimeFigureOut">
              <a:rPr lang="en-US" smtClean="0"/>
              <a:t>6/8/2025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0BFC826-450F-9894-BA39-1AFFB38577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7527857-1F89-EBC8-81A3-98E672C747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D0AE7F-85F8-4E35-86D5-3FA21DC7A7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125243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0812E8-68A0-A4D7-8E11-8C66307BAC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25FF4E5-8F86-AD73-107F-98B0BA6963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C15E7E-1500-4DC9-9505-936B89DBDB3F}" type="datetimeFigureOut">
              <a:rPr lang="en-US" smtClean="0"/>
              <a:t>6/8/2025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A9C1BD4-5444-EFFE-3176-D1A523F9AB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22357BD-1ED7-DB03-88A1-0B5B487658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D0AE7F-85F8-4E35-86D5-3FA21DC7A7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661476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F1E3618-8A19-0AA5-BC88-49C2B5006E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C15E7E-1500-4DC9-9505-936B89DBDB3F}" type="datetimeFigureOut">
              <a:rPr lang="en-US" smtClean="0"/>
              <a:t>6/8/2025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E407889-EBD4-24E8-7233-3C4DE0D5CF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1955BAE-285D-5F8A-2478-AE89CCB059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D0AE7F-85F8-4E35-86D5-3FA21DC7A7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36661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74B9CB-1123-3337-0EB9-4C3469226C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9C1CCA-4FA4-E9CD-9342-F62A6E0B5F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6101AB4-DE66-5C30-2844-9725CB7D217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DB7CD55-D66F-2843-5A8F-ED2D11C01B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C15E7E-1500-4DC9-9505-936B89DBDB3F}" type="datetimeFigureOut">
              <a:rPr lang="en-US" smtClean="0"/>
              <a:t>6/8/2025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C342280-A019-1EC8-AF11-CF012693D1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3585A52-4114-117A-E403-192B46A600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D0AE7F-85F8-4E35-86D5-3FA21DC7A7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273649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321B64-74E0-A912-FC33-F55B8DB35B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DEBCABC-0150-AAC5-CC9B-5219C40B9B3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7121E1A-7652-A136-E358-EBDFE3FACC8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3A86E3C-1574-831B-5ACB-459C0E90DA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C15E7E-1500-4DC9-9505-936B89DBDB3F}" type="datetimeFigureOut">
              <a:rPr lang="en-US" smtClean="0"/>
              <a:t>6/8/2025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12D904A-C13A-7E7E-76C4-F6B73BDBE0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97F5243-C774-3193-A063-E5FA7924F8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D0AE7F-85F8-4E35-86D5-3FA21DC7A7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997807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42CB15-AA40-E0F8-9A84-1F87E0B0AB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A3072A6-D009-3AC9-F8C0-484674B5179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6E2FB7-B3AA-09B4-D1D0-688CE15217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C15E7E-1500-4DC9-9505-936B89DBDB3F}" type="datetimeFigureOut">
              <a:rPr lang="en-US" smtClean="0"/>
              <a:t>6/8/2025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37BD24E-04F3-1C60-BE06-3E1C8ABD14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7ADF804-EEC9-41A7-BB0C-E540DD6838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D0AE7F-85F8-4E35-86D5-3FA21DC7A7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886336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7B717A5-61B2-8FBC-5875-51AD9B68F8B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A5FAA9C-A56A-9105-7296-C66FF0B480C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8347663-5DB2-8846-2732-8D2C4A335F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C15E7E-1500-4DC9-9505-936B89DBDB3F}" type="datetimeFigureOut">
              <a:rPr lang="en-US" smtClean="0"/>
              <a:t>6/8/2025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9E33341-E114-44C3-6E91-32540C93EA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07777BE-09A1-20D3-CECB-FF54D3BCB1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D0AE7F-85F8-4E35-86D5-3FA21DC7A7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39581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3BFC203-AD8D-5D3E-A257-DFC9D3D850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0581DDF-DF3C-D9B2-7109-7318B123BAD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3587484-FEE0-696E-27BD-0A4F3B641DE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3C15E7E-1500-4DC9-9505-936B89DBDB3F}" type="datetimeFigureOut">
              <a:rPr lang="en-US" smtClean="0"/>
              <a:t>6/8/2025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3A8CB6F-AE49-D81F-B1C1-60B00535217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86F16EF-28D0-2C64-119E-55F8DF8E6C1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AD0AE7F-85F8-4E35-86D5-3FA21DC7A7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56404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87DA2905-62E6-477D-9609-24C04D43659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682853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A8A2B4AE-7CFA-47F8-8FF9-5C4CBC52805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279389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0825D8E8-00FA-4AF6-B8C1-12652CDD8B0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9270518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9DFC1B6F-EEE4-43F1-9B81-2A91208A974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409174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59323C3C-D362-4E21-BEED-C8E24587658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140715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D9C1A3E4-1F12-40CC-837A-F5924D40D58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8617B098-6F49-4A6C-82E6-26EB848B0959}"/>
              </a:ext>
            </a:extLst>
          </p:cNvPr>
          <p:cNvCxnSpPr>
            <a:cxnSpLocks/>
          </p:cNvCxnSpPr>
          <p:nvPr/>
        </p:nvCxnSpPr>
        <p:spPr>
          <a:xfrm flipH="1">
            <a:off x="11074402" y="6083300"/>
            <a:ext cx="406399" cy="266096"/>
          </a:xfrm>
          <a:prstGeom prst="straightConnector1">
            <a:avLst/>
          </a:prstGeom>
          <a:noFill/>
          <a:ln>
            <a:solidFill>
              <a:srgbClr val="FF0000"/>
            </a:solidFill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</p:spTree>
    <p:extLst>
      <p:ext uri="{BB962C8B-B14F-4D97-AF65-F5344CB8AC3E}">
        <p14:creationId xmlns:p14="http://schemas.microsoft.com/office/powerpoint/2010/main" val="13768482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E7B31769-6721-49B3-81F4-F5AEA72DBD7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745103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BFE3E712-8683-4804-ABC2-62FB53AAB11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694094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07DF63DC-2136-43A1-B909-A456BE85609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1C88161C-D982-4DD6-95D0-80D5BB608D79}"/>
              </a:ext>
            </a:extLst>
          </p:cNvPr>
          <p:cNvCxnSpPr>
            <a:cxnSpLocks/>
          </p:cNvCxnSpPr>
          <p:nvPr/>
        </p:nvCxnSpPr>
        <p:spPr>
          <a:xfrm flipH="1">
            <a:off x="11074402" y="6083300"/>
            <a:ext cx="406399" cy="266096"/>
          </a:xfrm>
          <a:prstGeom prst="straightConnector1">
            <a:avLst/>
          </a:prstGeom>
          <a:noFill/>
          <a:ln>
            <a:solidFill>
              <a:srgbClr val="FF0000"/>
            </a:solidFill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</p:spTree>
    <p:extLst>
      <p:ext uri="{BB962C8B-B14F-4D97-AF65-F5344CB8AC3E}">
        <p14:creationId xmlns:p14="http://schemas.microsoft.com/office/powerpoint/2010/main" val="13739265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1E24259E-0E48-48C5-9C1E-7CDDC196F63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409482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465A3E72-5B94-4516-A32E-2D8C6E01EA2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D828A817-6E11-4542-A0A1-5FB40519072F}"/>
              </a:ext>
            </a:extLst>
          </p:cNvPr>
          <p:cNvSpPr/>
          <p:nvPr/>
        </p:nvSpPr>
        <p:spPr>
          <a:xfrm>
            <a:off x="939803" y="5370831"/>
            <a:ext cx="2349500" cy="17272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</p:spTree>
    <p:extLst>
      <p:ext uri="{BB962C8B-B14F-4D97-AF65-F5344CB8AC3E}">
        <p14:creationId xmlns:p14="http://schemas.microsoft.com/office/powerpoint/2010/main" val="19901171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3" grpId="1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1E24259E-0E48-48C5-9C1E-7CDDC196F63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902468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62145CC8-8666-4E89-A686-8811DBBE0AC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71968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6CE2AEA3-C32A-482A-ADA2-8A45FBF14A7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9487338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E56F64BF-B81E-4F93-9D61-7EBD0198DB9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7820F6E3-5149-4725-A858-D7FE94D7F743}"/>
              </a:ext>
            </a:extLst>
          </p:cNvPr>
          <p:cNvCxnSpPr>
            <a:cxnSpLocks/>
          </p:cNvCxnSpPr>
          <p:nvPr/>
        </p:nvCxnSpPr>
        <p:spPr>
          <a:xfrm flipH="1">
            <a:off x="11074402" y="6083300"/>
            <a:ext cx="406399" cy="266096"/>
          </a:xfrm>
          <a:prstGeom prst="straightConnector1">
            <a:avLst/>
          </a:prstGeom>
          <a:noFill/>
          <a:ln>
            <a:solidFill>
              <a:srgbClr val="FF0000"/>
            </a:solidFill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</p:spTree>
    <p:extLst>
      <p:ext uri="{BB962C8B-B14F-4D97-AF65-F5344CB8AC3E}">
        <p14:creationId xmlns:p14="http://schemas.microsoft.com/office/powerpoint/2010/main" val="27973346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BB6EB931-6229-41B2-A891-FC087C0336B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846017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2086F0A3-3968-44B6-9D1A-20AEC2462BD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30EF25BF-1581-4495-8D77-CCD88D8F2173}"/>
              </a:ext>
            </a:extLst>
          </p:cNvPr>
          <p:cNvSpPr/>
          <p:nvPr/>
        </p:nvSpPr>
        <p:spPr>
          <a:xfrm>
            <a:off x="939803" y="5219700"/>
            <a:ext cx="2349500" cy="17272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</p:spTree>
    <p:extLst>
      <p:ext uri="{BB962C8B-B14F-4D97-AF65-F5344CB8AC3E}">
        <p14:creationId xmlns:p14="http://schemas.microsoft.com/office/powerpoint/2010/main" val="2779469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3" grpId="1" animBg="1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17</Words>
  <Application>Microsoft Office PowerPoint</Application>
  <PresentationFormat>Widescreen</PresentationFormat>
  <Paragraphs>17</Paragraphs>
  <Slides>17</Slides>
  <Notes>17</Notes>
  <HiddenSlides>17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1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Lenni Lobel</dc:creator>
  <cp:lastModifiedBy>Lenni Lobel</cp:lastModifiedBy>
  <cp:revision>1</cp:revision>
  <dcterms:created xsi:type="dcterms:W3CDTF">2025-06-09T00:08:47Z</dcterms:created>
  <dcterms:modified xsi:type="dcterms:W3CDTF">2025-06-09T00:13:57Z</dcterms:modified>
</cp:coreProperties>
</file>