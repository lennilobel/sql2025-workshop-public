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414" r:id="rId2"/>
    <p:sldId id="1415" r:id="rId3"/>
    <p:sldId id="1416" r:id="rId4"/>
    <p:sldId id="1421" r:id="rId5"/>
    <p:sldId id="1420" r:id="rId6"/>
    <p:sldId id="1417" r:id="rId7"/>
    <p:sldId id="1418" r:id="rId8"/>
    <p:sldId id="1419" r:id="rId9"/>
    <p:sldId id="1427" r:id="rId10"/>
    <p:sldId id="1413" r:id="rId11"/>
    <p:sldId id="1428" r:id="rId12"/>
    <p:sldId id="1423" r:id="rId13"/>
    <p:sldId id="1441" r:id="rId14"/>
    <p:sldId id="1438" r:id="rId15"/>
    <p:sldId id="1424" r:id="rId16"/>
    <p:sldId id="1425" r:id="rId17"/>
    <p:sldId id="1442" r:id="rId18"/>
    <p:sldId id="1426" r:id="rId19"/>
    <p:sldId id="1429" r:id="rId20"/>
    <p:sldId id="1430" r:id="rId21"/>
    <p:sldId id="1431" r:id="rId22"/>
    <p:sldId id="1443" r:id="rId23"/>
    <p:sldId id="14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2B457-650E-4B69-8AA2-454A054CE53B}" v="1" dt="2025-06-09T00:12:17.712"/>
    <p1510:client id="{993E992C-33F9-456D-B421-C2B3C9B099EB}" v="1" dt="2025-06-09T00:11:30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85D2B457-650E-4B69-8AA2-454A054CE53B}"/>
    <pc:docChg chg="addSld delSld modSld">
      <pc:chgData name="Lenni Lobel" userId="38f762f444469328" providerId="LiveId" clId="{85D2B457-650E-4B69-8AA2-454A054CE53B}" dt="2025-06-09T00:12:17.707" v="1"/>
      <pc:docMkLst>
        <pc:docMk/>
      </pc:docMkLst>
      <pc:sldChg chg="del">
        <pc:chgData name="Lenni Lobel" userId="38f762f444469328" providerId="LiveId" clId="{85D2B457-650E-4B69-8AA2-454A054CE53B}" dt="2025-06-09T00:12:01.518" v="0" actId="47"/>
        <pc:sldMkLst>
          <pc:docMk/>
          <pc:sldMk cId="1957956926" sldId="1329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2891341244" sldId="1330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4114815789" sldId="1331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4281235464" sldId="1332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1261266731" sldId="1335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2190212000" sldId="1339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470659990" sldId="1340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056626732" sldId="1341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706300002" sldId="1344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966169688" sldId="1345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2374370903" sldId="1346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3847337" sldId="1347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345115942" sldId="1348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191386590" sldId="1349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87471453" sldId="1361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081942467" sldId="1362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3223137882" sldId="1363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2562155369" sldId="1364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1282526466" sldId="1365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4190257950" sldId="1367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2828222344" sldId="1413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980072117" sldId="1414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272631545" sldId="1415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604155960" sldId="1416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2807469605" sldId="1417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095984457" sldId="1418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781967817" sldId="1419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669983260" sldId="1420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423350572" sldId="1421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143579353" sldId="1423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074890018" sldId="1424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904175743" sldId="1425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2301658677" sldId="1426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801913328" sldId="1427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784108694" sldId="1428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839595588" sldId="1429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4235246996" sldId="1430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895463293" sldId="1431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2544523095" sldId="1432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3622853705" sldId="1438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2598927752" sldId="1441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1982987102" sldId="1442"/>
        </pc:sldMkLst>
      </pc:sldChg>
      <pc:sldChg chg="add">
        <pc:chgData name="Lenni Lobel" userId="38f762f444469328" providerId="LiveId" clId="{85D2B457-650E-4B69-8AA2-454A054CE53B}" dt="2025-06-09T00:12:17.707" v="1"/>
        <pc:sldMkLst>
          <pc:docMk/>
          <pc:sldMk cId="763570867" sldId="1443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644529612" sldId="1509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2597080828" sldId="1510"/>
        </pc:sldMkLst>
      </pc:sldChg>
      <pc:sldChg chg="del">
        <pc:chgData name="Lenni Lobel" userId="38f762f444469328" providerId="LiveId" clId="{85D2B457-650E-4B69-8AA2-454A054CE53B}" dt="2025-06-09T00:12:01.518" v="0" actId="47"/>
        <pc:sldMkLst>
          <pc:docMk/>
          <pc:sldMk cId="1932981131" sldId="1511"/>
        </pc:sldMkLst>
      </pc:sldChg>
    </pc:docChg>
  </pc:docChgLst>
  <pc:docChgLst>
    <pc:chgData name="Lenni Lobel" userId="38f762f444469328" providerId="LiveId" clId="{993E992C-33F9-456D-B421-C2B3C9B099EB}"/>
    <pc:docChg chg="addSld delSld modSld">
      <pc:chgData name="Lenni Lobel" userId="38f762f444469328" providerId="LiveId" clId="{993E992C-33F9-456D-B421-C2B3C9B099EB}" dt="2025-06-09T00:11:30.451" v="1"/>
      <pc:docMkLst>
        <pc:docMk/>
      </pc:docMkLst>
      <pc:sldChg chg="del">
        <pc:chgData name="Lenni Lobel" userId="38f762f444469328" providerId="LiveId" clId="{993E992C-33F9-456D-B421-C2B3C9B099EB}" dt="2025-06-09T00:11:03.086" v="0" actId="47"/>
        <pc:sldMkLst>
          <pc:docMk/>
          <pc:sldMk cId="147431129" sldId="131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278276096" sldId="131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679148376" sldId="131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50567463" sldId="132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7212048" sldId="132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226717314" sldId="132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057033792" sldId="132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57956926" sldId="132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891341244" sldId="133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14815789" sldId="133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281235464" sldId="133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61266731" sldId="133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190212000" sldId="133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70659990" sldId="134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56626732" sldId="134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706300002" sldId="134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966169688" sldId="134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374370903" sldId="1346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847337" sldId="1347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45115942" sldId="134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1386590" sldId="134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87471453" sldId="136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81942467" sldId="136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223137882" sldId="1363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62155369" sldId="136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82526466" sldId="136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90257950" sldId="136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167544795" sldId="148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39339174" sldId="148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6099531" sldId="148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931145916" sldId="149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4670734" sldId="149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130080014" sldId="149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706472639" sldId="149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91042722" sldId="149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11940378" sldId="149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57985595" sldId="149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223833715" sldId="149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12823565" sldId="149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565208722" sldId="149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525285" sldId="150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83342264" sldId="150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063423569" sldId="150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15449917" sldId="150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79763522" sldId="150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166646050" sldId="150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53936796" sldId="150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705234003" sldId="150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2345225" sldId="150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644529612" sldId="150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97080828" sldId="151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32981131" sldId="15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2CDB4-B25B-433D-88D8-7790126D1AF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AE19E-0578-43F5-9AAF-D77A2F05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73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55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66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1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43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0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4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64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49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78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60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73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84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5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48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30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86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72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65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21E-EC54-5563-C2FB-83D3583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7DFE-C612-4856-347F-08E480C7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752B-0C38-C5F5-B6A5-A587DA01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410D-FADB-5DBB-7940-DF0CC789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AE21-CDED-C1EF-93E0-9470BE06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A604-0791-6E43-25A3-6DCDC874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D9F-B890-100B-DFDF-256188BB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0B96-47C8-81F2-4CC6-AC9DC5F2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318F-40DD-CA43-7E20-4D029F7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565C-B900-17FD-CBE7-1BBC1D2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871-75D6-AC75-E24D-9298006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A20CD-9749-F915-D9BE-AE8D37F6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FC9B-3769-D7B8-E2F0-049806D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234-680D-7E8F-B0DD-2AB09C0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A6DA-1D19-C3FE-196B-80B6977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BC2E-AAD7-9B6E-DF5F-B02EDA9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27E-7E7B-D7AE-2931-1CA3313B0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F1FCA-6063-05DE-B5C2-5352231B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635-D411-F0A8-AB76-903A6FC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3499-B4E2-7C44-6559-FB790A2C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35C84-F8FF-71A0-FE02-534AE302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B15-B3D7-3A27-D335-EC3C9728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90DA-9E7F-1553-8D5A-210FDB592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5DA9-3D9C-3319-CB95-E2DC696EA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81000-0097-4C5B-F17B-AE72181F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E24C6-C1A2-5753-3B5C-0DE6CB92F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18A3-18BE-C0CA-73EF-603B202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C826-450F-9894-BA39-1AFFB38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7857-1F89-EBC8-81A3-98E672C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2E8-68A0-A4D7-8E11-8C66307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FF4E5-8F86-AD73-107F-98B0BA69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C1BD4-5444-EFFE-3176-D1A523F9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357BD-1ED7-DB03-88A1-0B5B4876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3618-8A19-0AA5-BC88-49C2B50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07889-EBD4-24E8-7233-3C4DE0D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5BAE-285D-5F8A-2478-AE89CCB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9CB-1123-3337-0EB9-4C34692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CCA-4FA4-E9CD-9342-F62A6E0B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1AB4-DE66-5C30-2844-9725CB7D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CD55-D66F-2843-5A8F-ED2D11C0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2280-A019-1EC8-AF11-CF0126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5A52-4114-117A-E403-192B46A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B64-74E0-A912-FC33-F55B8DB3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BCABC-0150-AAC5-CC9B-5219C40B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21E1A-7652-A136-E358-EBDFE3FA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6E3C-1574-831B-5ACB-459C0E9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D904A-C13A-7E7E-76C4-F6B73BD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5243-C774-3193-A063-E5FA792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CB15-AA40-E0F8-9A84-1F87E0B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72A6-D009-3AC9-F8C0-484674B5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2FB7-B3AA-09B4-D1D0-688CE15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D24E-04F3-1C60-BE06-3E1C8AB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804-EEC9-41A7-BB0C-E540DD6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17A5-61B2-8FBC-5875-51AD9B68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FAA9C-A56A-9105-7296-C66FF0B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47663-5DB2-8846-2732-8D2C4A33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3341-E114-44C3-6E91-32540C9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77BE-09A1-20D3-CECB-FF54D3BC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C203-AD8D-5D3E-A257-DFC9D3D8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1DDF-DF3C-D9B2-7109-7318B123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7484-FEE0-696E-27BD-0A4F3B6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CB6F-AE49-D81F-B1C1-60B005352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16EF-28D0-2C64-119E-55F8DF8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44412B-B25A-4B13-8412-D355C748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496778-53FE-4113-8306-7B72A10AEE05}"/>
              </a:ext>
            </a:extLst>
          </p:cNvPr>
          <p:cNvSpPr/>
          <p:nvPr/>
        </p:nvSpPr>
        <p:spPr>
          <a:xfrm>
            <a:off x="1422400" y="863600"/>
            <a:ext cx="8737600" cy="160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1F769-6CDA-4DD5-BDAF-352A856A6849}"/>
              </a:ext>
            </a:extLst>
          </p:cNvPr>
          <p:cNvSpPr/>
          <p:nvPr/>
        </p:nvSpPr>
        <p:spPr>
          <a:xfrm>
            <a:off x="1422400" y="2578099"/>
            <a:ext cx="6604000" cy="2070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03C86A-F947-4C55-B4C8-55D86E60FDB7}"/>
              </a:ext>
            </a:extLst>
          </p:cNvPr>
          <p:cNvCxnSpPr>
            <a:cxnSpLocks/>
          </p:cNvCxnSpPr>
          <p:nvPr/>
        </p:nvCxnSpPr>
        <p:spPr>
          <a:xfrm flipH="1">
            <a:off x="3352801" y="1803400"/>
            <a:ext cx="599924" cy="1644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AAFF5B-080B-44CC-A72F-47C674F9B50D}"/>
              </a:ext>
            </a:extLst>
          </p:cNvPr>
          <p:cNvCxnSpPr>
            <a:cxnSpLocks/>
          </p:cNvCxnSpPr>
          <p:nvPr/>
        </p:nvCxnSpPr>
        <p:spPr>
          <a:xfrm flipH="1">
            <a:off x="7112001" y="3346752"/>
            <a:ext cx="599924" cy="1644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8007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6447C4-635C-4455-B53D-D7D68B1C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3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0E1C7-1ECF-4B2C-AC66-85B2CC3D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5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6447C4-635C-4455-B53D-D7D68B1C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5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6FE3CE-D53B-4199-94D4-FD564319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8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448FCF-A8BD-47AC-8AE9-84875EC28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A9F1D9-EEE7-4BD7-9342-6F21AB5BF618}"/>
              </a:ext>
            </a:extLst>
          </p:cNvPr>
          <p:cNvCxnSpPr>
            <a:cxnSpLocks/>
          </p:cNvCxnSpPr>
          <p:nvPr/>
        </p:nvCxnSpPr>
        <p:spPr>
          <a:xfrm flipH="1">
            <a:off x="107950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0746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9892C-A1BD-4680-819B-444A5F07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8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728C47-D731-49B8-9170-CCF523B6D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3884CE-C1A8-473E-B71F-FDCCF726CEA4}"/>
              </a:ext>
            </a:extLst>
          </p:cNvPr>
          <p:cNvSpPr/>
          <p:nvPr/>
        </p:nvSpPr>
        <p:spPr>
          <a:xfrm>
            <a:off x="8829040" y="2890520"/>
            <a:ext cx="336296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45A0C4-3AAD-4C63-AD8D-9F893F1D2140}"/>
              </a:ext>
            </a:extLst>
          </p:cNvPr>
          <p:cNvSpPr/>
          <p:nvPr/>
        </p:nvSpPr>
        <p:spPr>
          <a:xfrm>
            <a:off x="8829040" y="3225800"/>
            <a:ext cx="336296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D95DE-80B2-4522-A733-A0509997801F}"/>
              </a:ext>
            </a:extLst>
          </p:cNvPr>
          <p:cNvSpPr/>
          <p:nvPr/>
        </p:nvSpPr>
        <p:spPr>
          <a:xfrm>
            <a:off x="8829040" y="3540760"/>
            <a:ext cx="336296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36EC14-2F44-4F72-A1C7-091060754621}"/>
              </a:ext>
            </a:extLst>
          </p:cNvPr>
          <p:cNvSpPr/>
          <p:nvPr/>
        </p:nvSpPr>
        <p:spPr>
          <a:xfrm>
            <a:off x="8829040" y="4993640"/>
            <a:ext cx="336296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8196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9892C-A1BD-4680-819B-444A5F07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ED53B4-E173-4D4E-AFAB-2505C576E3F8}"/>
              </a:ext>
            </a:extLst>
          </p:cNvPr>
          <p:cNvSpPr/>
          <p:nvPr/>
        </p:nvSpPr>
        <p:spPr>
          <a:xfrm>
            <a:off x="6705600" y="4140200"/>
            <a:ext cx="1219200" cy="10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36F0A-00C0-4C56-8304-57191BA7D8D4}"/>
              </a:ext>
            </a:extLst>
          </p:cNvPr>
          <p:cNvSpPr/>
          <p:nvPr/>
        </p:nvSpPr>
        <p:spPr>
          <a:xfrm>
            <a:off x="3180080" y="4140200"/>
            <a:ext cx="1219200" cy="10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CB527-B6D7-4CEC-AA6D-E5B7D0800458}"/>
              </a:ext>
            </a:extLst>
          </p:cNvPr>
          <p:cNvSpPr/>
          <p:nvPr/>
        </p:nvSpPr>
        <p:spPr>
          <a:xfrm>
            <a:off x="1727200" y="4140200"/>
            <a:ext cx="1016000" cy="10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0191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75E002-077A-4A55-924F-2D06E93E3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CC539C-C1CB-4DF5-87E0-8963F5321E58}"/>
              </a:ext>
            </a:extLst>
          </p:cNvPr>
          <p:cNvSpPr/>
          <p:nvPr/>
        </p:nvSpPr>
        <p:spPr>
          <a:xfrm>
            <a:off x="2641600" y="5494867"/>
            <a:ext cx="3048000" cy="86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2822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9892C-A1BD-4680-819B-444A5F07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7A8FFE-BC93-4381-A846-FDD305047307}"/>
              </a:ext>
            </a:extLst>
          </p:cNvPr>
          <p:cNvSpPr/>
          <p:nvPr/>
        </p:nvSpPr>
        <p:spPr>
          <a:xfrm>
            <a:off x="508000" y="4241800"/>
            <a:ext cx="914400" cy="812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8410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E5AEE9-9CD5-4CF2-B2C0-0BE9DE16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7DB4A3-8311-4DF3-80B7-BE964BEE99BB}"/>
              </a:ext>
            </a:extLst>
          </p:cNvPr>
          <p:cNvSpPr/>
          <p:nvPr/>
        </p:nvSpPr>
        <p:spPr>
          <a:xfrm>
            <a:off x="1176867" y="4309533"/>
            <a:ext cx="2379133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4357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9892C-A1BD-4680-819B-444A5F07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2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2428B5-CE3D-4507-AE2E-9179354CF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5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D607F-4193-4DA6-95B1-B160703DB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90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527CE-5262-449D-9DC9-8A7DBA22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7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C022D7-56C9-4F10-9FFD-50CA061F9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87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280619-E65C-40A9-8B9E-491A82F0E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58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76C43-27EE-4D1D-B95C-C7ED9643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71C84A3-72D5-4828-8A4D-4685D6BD7160}"/>
              </a:ext>
            </a:extLst>
          </p:cNvPr>
          <p:cNvCxnSpPr>
            <a:cxnSpLocks/>
          </p:cNvCxnSpPr>
          <p:nvPr/>
        </p:nvCxnSpPr>
        <p:spPr>
          <a:xfrm flipH="1">
            <a:off x="107950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3959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471C00-582B-4343-9102-7D20903B3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46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DFECF7-0DF9-42A1-95C9-4435F129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3B4E7B-093E-4FE5-BCA4-138B3C269EE8}"/>
              </a:ext>
            </a:extLst>
          </p:cNvPr>
          <p:cNvSpPr/>
          <p:nvPr/>
        </p:nvSpPr>
        <p:spPr>
          <a:xfrm>
            <a:off x="9029701" y="2890520"/>
            <a:ext cx="31623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449C7-5534-4C20-A6B3-F6E2B40B701A}"/>
              </a:ext>
            </a:extLst>
          </p:cNvPr>
          <p:cNvSpPr/>
          <p:nvPr/>
        </p:nvSpPr>
        <p:spPr>
          <a:xfrm>
            <a:off x="9029701" y="3225800"/>
            <a:ext cx="31623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A94C0A-0D53-4A76-B0EE-E8E6CFF74E27}"/>
              </a:ext>
            </a:extLst>
          </p:cNvPr>
          <p:cNvSpPr/>
          <p:nvPr/>
        </p:nvSpPr>
        <p:spPr>
          <a:xfrm>
            <a:off x="9029701" y="3540760"/>
            <a:ext cx="31623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F3939A-54FA-490F-8580-4FA79682CC4F}"/>
              </a:ext>
            </a:extLst>
          </p:cNvPr>
          <p:cNvSpPr/>
          <p:nvPr/>
        </p:nvSpPr>
        <p:spPr>
          <a:xfrm>
            <a:off x="9029701" y="4993640"/>
            <a:ext cx="31623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954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471C00-582B-4343-9102-7D20903B3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6684AC-502A-4E74-808F-07A519BBF589}"/>
              </a:ext>
            </a:extLst>
          </p:cNvPr>
          <p:cNvSpPr/>
          <p:nvPr/>
        </p:nvSpPr>
        <p:spPr>
          <a:xfrm>
            <a:off x="7142480" y="4312920"/>
            <a:ext cx="1219200" cy="145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5E5A43-ACA1-4BA0-9C61-2751ED0ADB07}"/>
              </a:ext>
            </a:extLst>
          </p:cNvPr>
          <p:cNvSpPr/>
          <p:nvPr/>
        </p:nvSpPr>
        <p:spPr>
          <a:xfrm>
            <a:off x="5384800" y="4312920"/>
            <a:ext cx="1219200" cy="145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F2ABE3-DDCB-4447-9287-805B22F57B64}"/>
              </a:ext>
            </a:extLst>
          </p:cNvPr>
          <p:cNvSpPr/>
          <p:nvPr/>
        </p:nvSpPr>
        <p:spPr>
          <a:xfrm>
            <a:off x="335280" y="4546600"/>
            <a:ext cx="88392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BC031-7A38-4CF0-8EEA-85AEC3096265}"/>
              </a:ext>
            </a:extLst>
          </p:cNvPr>
          <p:cNvSpPr/>
          <p:nvPr/>
        </p:nvSpPr>
        <p:spPr>
          <a:xfrm>
            <a:off x="3454400" y="4277360"/>
            <a:ext cx="1391920" cy="145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357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6" grpId="0" animBg="1"/>
      <p:bldP spid="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D96C48-A3D9-4C0D-8E5E-49A96F27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FFEAE3-D3F1-4658-97AC-298BF9A9F748}"/>
              </a:ext>
            </a:extLst>
          </p:cNvPr>
          <p:cNvSpPr/>
          <p:nvPr/>
        </p:nvSpPr>
        <p:spPr>
          <a:xfrm>
            <a:off x="1087120" y="4008120"/>
            <a:ext cx="226568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4452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Lenni Lobel</dc:creator>
  <cp:lastModifiedBy>Lenni Lobel</cp:lastModifiedBy>
  <cp:revision>1</cp:revision>
  <dcterms:created xsi:type="dcterms:W3CDTF">2025-06-09T00:08:47Z</dcterms:created>
  <dcterms:modified xsi:type="dcterms:W3CDTF">2025-06-09T00:12:18Z</dcterms:modified>
</cp:coreProperties>
</file>