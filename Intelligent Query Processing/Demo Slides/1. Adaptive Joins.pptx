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1325" r:id="rId2"/>
    <p:sldId id="1326" r:id="rId3"/>
    <p:sldId id="1327" r:id="rId4"/>
    <p:sldId id="1328" r:id="rId5"/>
    <p:sldId id="1487" r:id="rId6"/>
    <p:sldId id="1488" r:id="rId7"/>
    <p:sldId id="1489" r:id="rId8"/>
    <p:sldId id="1490" r:id="rId9"/>
    <p:sldId id="1491" r:id="rId10"/>
    <p:sldId id="1492" r:id="rId11"/>
    <p:sldId id="1493" r:id="rId12"/>
    <p:sldId id="1494" r:id="rId13"/>
    <p:sldId id="1495" r:id="rId14"/>
    <p:sldId id="1496" r:id="rId15"/>
    <p:sldId id="1497" r:id="rId16"/>
    <p:sldId id="1498" r:id="rId17"/>
    <p:sldId id="1319" r:id="rId18"/>
    <p:sldId id="1499" r:id="rId19"/>
    <p:sldId id="1500" r:id="rId20"/>
    <p:sldId id="1501" r:id="rId21"/>
    <p:sldId id="1502" r:id="rId22"/>
    <p:sldId id="1503" r:id="rId23"/>
    <p:sldId id="1504" r:id="rId24"/>
    <p:sldId id="1505" r:id="rId25"/>
    <p:sldId id="1506" r:id="rId26"/>
    <p:sldId id="1316" r:id="rId27"/>
    <p:sldId id="1507" r:id="rId28"/>
    <p:sldId id="1317" r:id="rId29"/>
    <p:sldId id="150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6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2CDB4-B25B-433D-88D8-7790126D1AF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AE19E-0578-43F5-9AAF-D77A2F05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5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57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9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7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24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091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41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82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1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24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28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30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17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30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25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4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81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35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71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46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05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0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42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10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234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897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14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879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302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11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A21E-EC54-5563-C2FB-83D3583CC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27DFE-C612-4856-347F-08E480C75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752B-0C38-C5F5-B6A5-A587DA01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410D-FADB-5DBB-7940-DF0CC789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AE21-CDED-C1EF-93E0-9470BE06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A604-0791-6E43-25A3-6DCDC874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CDD9F-B890-100B-DFDF-256188BB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30B96-47C8-81F2-4CC6-AC9DC5F2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B318F-40DD-CA43-7E20-4D029F73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565C-B900-17FD-CBE7-1BBC1D2B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2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E871-75D6-AC75-E24D-92980069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A20CD-9749-F915-D9BE-AE8D37F6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FC9B-3769-D7B8-E2F0-049806D4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8234-680D-7E8F-B0DD-2AB09C0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A6DA-1D19-C3FE-196B-80B69777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3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BC2E-AAD7-9B6E-DF5F-B02EDA9A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B527E-7E7B-D7AE-2931-1CA3313B0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F1FCA-6063-05DE-B5C2-5352231BC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79635-D411-F0A8-AB76-903A6FC8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3499-B4E2-7C44-6559-FB790A2C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35C84-F8FF-71A0-FE02-534AE302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FB15-B3D7-3A27-D335-EC3C9728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F90DA-9E7F-1553-8D5A-210FDB592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85DA9-3D9C-3319-CB95-E2DC696EA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81000-0097-4C5B-F17B-AE72181F4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E24C6-C1A2-5753-3B5C-0DE6CB92F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218A3-18BE-C0CA-73EF-603B2025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FC826-450F-9894-BA39-1AFFB385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527857-1F89-EBC8-81A3-98E672C7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5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12E8-68A0-A4D7-8E11-8C66307B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FF4E5-8F86-AD73-107F-98B0BA69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C1BD4-5444-EFFE-3176-D1A523F9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357BD-1ED7-DB03-88A1-0B5B4876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1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E3618-8A19-0AA5-BC88-49C2B500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07889-EBD4-24E8-7233-3C4DE0D5C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5BAE-285D-5F8A-2478-AE89CCB0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6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B9CB-1123-3337-0EB9-4C346922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1CCA-4FA4-E9CD-9342-F62A6E0B5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01AB4-DE66-5C30-2844-9725CB7D2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7CD55-D66F-2843-5A8F-ED2D11C0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2280-A019-1EC8-AF11-CF012693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85A52-4114-117A-E403-192B46A6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3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B64-74E0-A912-FC33-F55B8DB3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BCABC-0150-AAC5-CC9B-5219C40B9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21E1A-7652-A136-E358-EBDFE3FAC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86E3C-1574-831B-5ACB-459C0E90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D904A-C13A-7E7E-76C4-F6B73BDB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F5243-C774-3193-A063-E5FA7924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7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CB15-AA40-E0F8-9A84-1F87E0B0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072A6-D009-3AC9-F8C0-484674B5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E2FB7-B3AA-09B4-D1D0-688CE152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BD24E-04F3-1C60-BE06-3E1C8ABD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F804-EEC9-41A7-BB0C-E540DD68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717A5-61B2-8FBC-5875-51AD9B68F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FAA9C-A56A-9105-7296-C66FF0B48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47663-5DB2-8846-2732-8D2C4A33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33341-E114-44C3-6E91-32540C9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77BE-09A1-20D3-CECB-FF54D3BC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5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FC203-AD8D-5D3E-A257-DFC9D3D8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81DDF-DF3C-D9B2-7109-7318B123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87484-FEE0-696E-27BD-0A4F3B641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8CB6F-AE49-D81F-B1C1-60B005352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F16EF-28D0-2C64-119E-55F8DF8E6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4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1824607-365B-489F-9AC6-472429F8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67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CF4E1B3-AE2F-4543-B5C2-66F561BDA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6B7072F-C001-488C-9FC1-5389DD158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1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256002-AB29-470F-B5BB-0E3BFF66B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3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1824607-365B-489F-9AC6-472429F8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4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5C137C-1322-4F51-ADEE-0BC34D090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39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099B49-4768-47DD-ADD6-83487EB69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F88845-68D6-4872-9751-C9F7384A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ED3D11-F7B2-4AAE-BF97-8B9FD15C495E}"/>
              </a:ext>
            </a:extLst>
          </p:cNvPr>
          <p:cNvSpPr/>
          <p:nvPr/>
        </p:nvSpPr>
        <p:spPr>
          <a:xfrm>
            <a:off x="5596237" y="2209800"/>
            <a:ext cx="1016000" cy="111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93A5F-AA58-47BD-8FB9-92503C3AE20F}"/>
              </a:ext>
            </a:extLst>
          </p:cNvPr>
          <p:cNvSpPr/>
          <p:nvPr/>
        </p:nvSpPr>
        <p:spPr>
          <a:xfrm>
            <a:off x="5258488" y="5112261"/>
            <a:ext cx="1016000" cy="111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3114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6D7004-9F3D-4248-8C94-0142175C1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70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B9C78-AE38-43A6-83E6-8F4F89789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80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3BA94-727B-4A0A-8A0B-B490219B5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472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FD4D4-C1DF-4BF3-9817-935425BC4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4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DC444-F5BE-4136-BF61-0ABDFBDD8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4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676DA-6240-4F3A-BA29-0619D9E63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FEC8AE-AF32-4DB1-B32B-5F87B66B9B7E}"/>
              </a:ext>
            </a:extLst>
          </p:cNvPr>
          <p:cNvSpPr/>
          <p:nvPr/>
        </p:nvSpPr>
        <p:spPr>
          <a:xfrm>
            <a:off x="5596237" y="2209800"/>
            <a:ext cx="1016000" cy="111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5798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937A53-0AD4-46CC-908D-FA910349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73E497-85F2-4E1F-B8F4-C40F21355727}"/>
              </a:ext>
            </a:extLst>
          </p:cNvPr>
          <p:cNvSpPr/>
          <p:nvPr/>
        </p:nvSpPr>
        <p:spPr>
          <a:xfrm>
            <a:off x="6541137" y="3043556"/>
            <a:ext cx="2885440" cy="375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C94DB-AF9E-4B76-855B-E3EE6470634A}"/>
              </a:ext>
            </a:extLst>
          </p:cNvPr>
          <p:cNvSpPr/>
          <p:nvPr/>
        </p:nvSpPr>
        <p:spPr>
          <a:xfrm>
            <a:off x="6541137" y="2259632"/>
            <a:ext cx="288544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2383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676DA-6240-4F3A-BA29-0619D9E63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FEC8AE-AF32-4DB1-B32B-5F87B66B9B7E}"/>
              </a:ext>
            </a:extLst>
          </p:cNvPr>
          <p:cNvSpPr/>
          <p:nvPr/>
        </p:nvSpPr>
        <p:spPr>
          <a:xfrm>
            <a:off x="7112000" y="3327400"/>
            <a:ext cx="2336800" cy="254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1282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676DA-6240-4F3A-BA29-0619D9E63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5F6048-FE53-41E0-9976-4A34BCB85539}"/>
              </a:ext>
            </a:extLst>
          </p:cNvPr>
          <p:cNvCxnSpPr>
            <a:cxnSpLocks/>
          </p:cNvCxnSpPr>
          <p:nvPr/>
        </p:nvCxnSpPr>
        <p:spPr>
          <a:xfrm>
            <a:off x="7213600" y="3276600"/>
            <a:ext cx="508000" cy="30480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679148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22181D-C6EC-4992-A58B-B2EA0B57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E5120A-0A7B-4512-9AB0-80BC49E4743D}"/>
              </a:ext>
            </a:extLst>
          </p:cNvPr>
          <p:cNvSpPr/>
          <p:nvPr/>
        </p:nvSpPr>
        <p:spPr>
          <a:xfrm>
            <a:off x="8636000" y="3393440"/>
            <a:ext cx="35560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9D0CE-F098-4ABD-A69D-E63732CA33DD}"/>
              </a:ext>
            </a:extLst>
          </p:cNvPr>
          <p:cNvSpPr/>
          <p:nvPr/>
        </p:nvSpPr>
        <p:spPr>
          <a:xfrm>
            <a:off x="8636000" y="4356100"/>
            <a:ext cx="35560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970A32-0E52-416B-AE5C-DC02C2EA6D25}"/>
              </a:ext>
            </a:extLst>
          </p:cNvPr>
          <p:cNvCxnSpPr>
            <a:cxnSpLocks/>
          </p:cNvCxnSpPr>
          <p:nvPr/>
        </p:nvCxnSpPr>
        <p:spPr>
          <a:xfrm>
            <a:off x="7213600" y="3276600"/>
            <a:ext cx="508000" cy="30480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6520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676DA-6240-4F3A-BA29-0619D9E63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0B801E-EF04-4C71-A4A9-F78D2A3F4AD6}"/>
              </a:ext>
            </a:extLst>
          </p:cNvPr>
          <p:cNvCxnSpPr>
            <a:cxnSpLocks/>
          </p:cNvCxnSpPr>
          <p:nvPr/>
        </p:nvCxnSpPr>
        <p:spPr>
          <a:xfrm>
            <a:off x="7213600" y="4546600"/>
            <a:ext cx="508000" cy="30480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525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FEDB0C-9F17-4776-A8B0-2C3B0AC81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45C4C70-511E-4D96-937C-F5FAC37BA1AA}"/>
              </a:ext>
            </a:extLst>
          </p:cNvPr>
          <p:cNvCxnSpPr>
            <a:cxnSpLocks/>
          </p:cNvCxnSpPr>
          <p:nvPr/>
        </p:nvCxnSpPr>
        <p:spPr>
          <a:xfrm>
            <a:off x="7213600" y="4546600"/>
            <a:ext cx="508000" cy="30480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3B2D4E8-479D-4C6A-A3C0-A2BDE5999BB4}"/>
              </a:ext>
            </a:extLst>
          </p:cNvPr>
          <p:cNvSpPr/>
          <p:nvPr/>
        </p:nvSpPr>
        <p:spPr>
          <a:xfrm>
            <a:off x="8636000" y="2895600"/>
            <a:ext cx="35560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E6C49-CED5-4E6D-994C-9A9ABCDAEA4C}"/>
              </a:ext>
            </a:extLst>
          </p:cNvPr>
          <p:cNvSpPr/>
          <p:nvPr/>
        </p:nvSpPr>
        <p:spPr>
          <a:xfrm>
            <a:off x="8636000" y="4036060"/>
            <a:ext cx="35560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8334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9C3C76-591A-4F65-BF64-C8FFFE91F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23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52165E-3F33-4165-B10D-271456F6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F020DF-9225-4965-8A87-973DC5B60A41}"/>
              </a:ext>
            </a:extLst>
          </p:cNvPr>
          <p:cNvSpPr/>
          <p:nvPr/>
        </p:nvSpPr>
        <p:spPr>
          <a:xfrm>
            <a:off x="5283200" y="2514600"/>
            <a:ext cx="1016000" cy="111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1544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094372-0144-44D9-80F9-082DEE38C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4A6F23-E409-42CC-9EA8-7D6E19B28C03}"/>
              </a:ext>
            </a:extLst>
          </p:cNvPr>
          <p:cNvSpPr/>
          <p:nvPr/>
        </p:nvSpPr>
        <p:spPr>
          <a:xfrm>
            <a:off x="6197600" y="3043556"/>
            <a:ext cx="2885440" cy="375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F3AEB3-89F8-4FD5-90BB-147EDFEF5E32}"/>
              </a:ext>
            </a:extLst>
          </p:cNvPr>
          <p:cNvSpPr/>
          <p:nvPr/>
        </p:nvSpPr>
        <p:spPr>
          <a:xfrm>
            <a:off x="6197600" y="2252980"/>
            <a:ext cx="288544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7976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52165E-3F33-4165-B10D-271456F6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19E229-2134-425A-80FD-6D65A78B6F2F}"/>
              </a:ext>
            </a:extLst>
          </p:cNvPr>
          <p:cNvSpPr/>
          <p:nvPr/>
        </p:nvSpPr>
        <p:spPr>
          <a:xfrm>
            <a:off x="6642100" y="3683000"/>
            <a:ext cx="2336800" cy="254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66646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52165E-3F33-4165-B10D-271456F6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E4F818-FEA4-449E-911A-29CD12867676}"/>
              </a:ext>
            </a:extLst>
          </p:cNvPr>
          <p:cNvCxnSpPr>
            <a:cxnSpLocks/>
          </p:cNvCxnSpPr>
          <p:nvPr/>
        </p:nvCxnSpPr>
        <p:spPr>
          <a:xfrm>
            <a:off x="6908800" y="3644900"/>
            <a:ext cx="508000" cy="30480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53936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EF85DF-64A4-44E6-9059-EC8BECF27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FBC72C-E4A6-4216-AD22-0BF6A9583CE0}"/>
              </a:ext>
            </a:extLst>
          </p:cNvPr>
          <p:cNvSpPr/>
          <p:nvPr/>
        </p:nvSpPr>
        <p:spPr>
          <a:xfrm>
            <a:off x="8636000" y="3393440"/>
            <a:ext cx="35560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D0C08-1C39-438A-9257-096B5787EC0B}"/>
              </a:ext>
            </a:extLst>
          </p:cNvPr>
          <p:cNvSpPr/>
          <p:nvPr/>
        </p:nvSpPr>
        <p:spPr>
          <a:xfrm>
            <a:off x="8636000" y="4521200"/>
            <a:ext cx="35560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88DADA-82B7-460C-B12D-BBB7C04EA1CF}"/>
              </a:ext>
            </a:extLst>
          </p:cNvPr>
          <p:cNvCxnSpPr>
            <a:cxnSpLocks/>
          </p:cNvCxnSpPr>
          <p:nvPr/>
        </p:nvCxnSpPr>
        <p:spPr>
          <a:xfrm>
            <a:off x="6908800" y="3644900"/>
            <a:ext cx="508000" cy="30480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4743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52165E-3F33-4165-B10D-271456F6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E4F818-FEA4-449E-911A-29CD12867676}"/>
              </a:ext>
            </a:extLst>
          </p:cNvPr>
          <p:cNvCxnSpPr>
            <a:cxnSpLocks/>
          </p:cNvCxnSpPr>
          <p:nvPr/>
        </p:nvCxnSpPr>
        <p:spPr>
          <a:xfrm>
            <a:off x="6908800" y="4851400"/>
            <a:ext cx="508000" cy="30480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05234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F8F3EC-B9E7-4BFC-8B63-F0E406815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F9CAE4-6DC9-45B0-8F2E-C28932279DDC}"/>
              </a:ext>
            </a:extLst>
          </p:cNvPr>
          <p:cNvSpPr/>
          <p:nvPr/>
        </p:nvSpPr>
        <p:spPr>
          <a:xfrm>
            <a:off x="8636000" y="2895600"/>
            <a:ext cx="35560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E6224C-47C2-4507-837E-61AC9C9196EF}"/>
              </a:ext>
            </a:extLst>
          </p:cNvPr>
          <p:cNvSpPr/>
          <p:nvPr/>
        </p:nvSpPr>
        <p:spPr>
          <a:xfrm>
            <a:off x="8636000" y="4036060"/>
            <a:ext cx="35560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C15EE9-2DA8-4CA2-930F-BA825AC31E44}"/>
              </a:ext>
            </a:extLst>
          </p:cNvPr>
          <p:cNvCxnSpPr>
            <a:cxnSpLocks/>
          </p:cNvCxnSpPr>
          <p:nvPr/>
        </p:nvCxnSpPr>
        <p:spPr>
          <a:xfrm>
            <a:off x="6908800" y="4851400"/>
            <a:ext cx="508000" cy="304800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27827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52165E-3F33-4165-B10D-271456F6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45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29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Lenni Lobel</dc:creator>
  <cp:lastModifiedBy>Lenni Lobel</cp:lastModifiedBy>
  <cp:revision>1</cp:revision>
  <dcterms:created xsi:type="dcterms:W3CDTF">2025-06-09T00:08:47Z</dcterms:created>
  <dcterms:modified xsi:type="dcterms:W3CDTF">2025-06-09T00:09:43Z</dcterms:modified>
</cp:coreProperties>
</file>