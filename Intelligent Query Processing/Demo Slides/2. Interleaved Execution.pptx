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1509" r:id="rId2"/>
    <p:sldId id="1510" r:id="rId3"/>
    <p:sldId id="1511" r:id="rId4"/>
    <p:sldId id="1329" r:id="rId5"/>
    <p:sldId id="1330" r:id="rId6"/>
    <p:sldId id="1335" r:id="rId7"/>
    <p:sldId id="1331" r:id="rId8"/>
    <p:sldId id="1332" r:id="rId9"/>
    <p:sldId id="1339" r:id="rId10"/>
    <p:sldId id="1340" r:id="rId11"/>
    <p:sldId id="1361" r:id="rId12"/>
    <p:sldId id="1341" r:id="rId13"/>
    <p:sldId id="1362" r:id="rId14"/>
    <p:sldId id="1365" r:id="rId15"/>
    <p:sldId id="1367" r:id="rId16"/>
    <p:sldId id="1344" r:id="rId17"/>
    <p:sldId id="1345" r:id="rId18"/>
    <p:sldId id="1363" r:id="rId19"/>
    <p:sldId id="1346" r:id="rId20"/>
    <p:sldId id="1347" r:id="rId21"/>
    <p:sldId id="1348" r:id="rId22"/>
    <p:sldId id="1349" r:id="rId23"/>
    <p:sldId id="136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3E992C-33F9-456D-B421-C2B3C9B099EB}" v="1" dt="2025-06-09T00:11:30.4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80" d="100"/>
          <a:sy n="80" d="100"/>
        </p:scale>
        <p:origin x="468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nni Lobel" userId="38f762f444469328" providerId="LiveId" clId="{993E992C-33F9-456D-B421-C2B3C9B099EB}"/>
    <pc:docChg chg="addSld delSld modSld">
      <pc:chgData name="Lenni Lobel" userId="38f762f444469328" providerId="LiveId" clId="{993E992C-33F9-456D-B421-C2B3C9B099EB}" dt="2025-06-09T00:11:30.451" v="1"/>
      <pc:docMkLst>
        <pc:docMk/>
      </pc:docMkLst>
      <pc:sldChg chg="del">
        <pc:chgData name="Lenni Lobel" userId="38f762f444469328" providerId="LiveId" clId="{993E992C-33F9-456D-B421-C2B3C9B099EB}" dt="2025-06-09T00:11:03.086" v="0" actId="47"/>
        <pc:sldMkLst>
          <pc:docMk/>
          <pc:sldMk cId="147431129" sldId="1316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278276096" sldId="1317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679148376" sldId="1319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2450567463" sldId="1325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77212048" sldId="1326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4226717314" sldId="1327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2057033792" sldId="1328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1957956926" sldId="1329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2891341244" sldId="1330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4114815789" sldId="1331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4281235464" sldId="1332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1261266731" sldId="1335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2190212000" sldId="1339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470659990" sldId="1340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056626732" sldId="1341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706300002" sldId="1344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966169688" sldId="1345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2374370903" sldId="1346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3847337" sldId="1347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345115942" sldId="1348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191386590" sldId="1349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87471453" sldId="1361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081942467" sldId="1362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223137882" sldId="1363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2562155369" sldId="1364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1282526466" sldId="1365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4190257950" sldId="1367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167544795" sldId="1487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2439339174" sldId="1488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96099531" sldId="1489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931145916" sldId="1490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964670734" sldId="1491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130080014" sldId="1492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706472639" sldId="1493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391042722" sldId="1494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911940378" sldId="1495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457985595" sldId="1496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223833715" sldId="1497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312823565" sldId="1498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2565208722" sldId="1499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7525285" sldId="1500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383342264" sldId="1501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063423569" sldId="1502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915449917" sldId="1503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379763522" sldId="1504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4166646050" sldId="1505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353936796" sldId="1506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705234003" sldId="1507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962345225" sldId="1508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644529612" sldId="1509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2597080828" sldId="1510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1932981131" sldId="151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42CDB4-B25B-433D-88D8-7790126D1AF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7AE19E-0578-43F5-9AAF-D77A2F052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58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674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639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39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459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41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133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586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134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609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9933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9081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620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2353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1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3774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9688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935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8073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2970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529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140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8558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443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FA21E-EC54-5563-C2FB-83D3583CC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27DFE-C612-4856-347F-08E480C759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A752B-0C38-C5F5-B6A5-A587DA018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F410D-FADB-5DBB-7940-DF0CC7899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5AE21-CDED-C1EF-93E0-9470BE060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8A604-0791-6E43-25A3-6DCDC8740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CDD9F-B890-100B-DFDF-256188BB9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30B96-47C8-81F2-4CC6-AC9DC5F2B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B318F-40DD-CA43-7E20-4D029F733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2565C-B900-17FD-CBE7-1BBC1D2B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624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BE871-75D6-AC75-E24D-92980069D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A20CD-9749-F915-D9BE-AE8D37F66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8FC9B-3769-D7B8-E2F0-049806D48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48234-680D-7E8F-B0DD-2AB09C030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4A6DA-1D19-C3FE-196B-80B697771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530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CBC2E-AAD7-9B6E-DF5F-B02EDA9A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B527E-7E7B-D7AE-2931-1CA3313B0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F1FCA-6063-05DE-B5C2-5352231BC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79635-D411-F0A8-AB76-903A6FC89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D3499-B4E2-7C44-6559-FB790A2C2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35C84-F8FF-71A0-FE02-534AE302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04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DFB15-B3D7-3A27-D335-EC3C97287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F90DA-9E7F-1553-8D5A-210FDB592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F85DA9-3D9C-3319-CB95-E2DC696EA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C81000-0097-4C5B-F17B-AE72181F41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AE24C6-C1A2-5753-3B5C-0DE6CB92FB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4218A3-18BE-C0CA-73EF-603B2025A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BFC826-450F-9894-BA39-1AFFB3857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527857-1F89-EBC8-81A3-98E672C74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52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812E8-68A0-A4D7-8E11-8C66307B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FF4E5-8F86-AD73-107F-98B0BA696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9C1BD4-5444-EFFE-3176-D1A523F9A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2357BD-1ED7-DB03-88A1-0B5B48765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14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1E3618-8A19-0AA5-BC88-49C2B5006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407889-EBD4-24E8-7233-3C4DE0D5C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55BAE-285D-5F8A-2478-AE89CCB05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66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B9CB-1123-3337-0EB9-4C346922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1CCA-4FA4-E9CD-9342-F62A6E0B5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01AB4-DE66-5C30-2844-9725CB7D2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7CD55-D66F-2843-5A8F-ED2D11C01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42280-A019-1EC8-AF11-CF012693D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585A52-4114-117A-E403-192B46A60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36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21B64-74E0-A912-FC33-F55B8DB35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EBCABC-0150-AAC5-CC9B-5219C40B9B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121E1A-7652-A136-E358-EBDFE3FAC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86E3C-1574-831B-5ACB-459C0E90D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D904A-C13A-7E7E-76C4-F6B73BDBE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F5243-C774-3193-A063-E5FA7924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978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2CB15-AA40-E0F8-9A84-1F87E0B0A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072A6-D009-3AC9-F8C0-484674B51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E2FB7-B3AA-09B4-D1D0-688CE1521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BD24E-04F3-1C60-BE06-3E1C8ABD1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DF804-EEC9-41A7-BB0C-E540DD683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63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B717A5-61B2-8FBC-5875-51AD9B68F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5FAA9C-A56A-9105-7296-C66FF0B48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47663-5DB2-8846-2732-8D2C4A335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33341-E114-44C3-6E91-32540C93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77BE-09A1-20D3-CECB-FF54D3BCB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95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FC203-AD8D-5D3E-A257-DFC9D3D85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81DDF-DF3C-D9B2-7109-7318B123B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87484-FEE0-696E-27BD-0A4F3B641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8CB6F-AE49-D81F-B1C1-60B005352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F16EF-28D0-2C64-119E-55F8DF8E6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40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82014E-F62F-48F8-8CCB-0F4FCC994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08D72E9-B5AE-4337-87E0-433A86567A78}"/>
              </a:ext>
            </a:extLst>
          </p:cNvPr>
          <p:cNvSpPr/>
          <p:nvPr/>
        </p:nvSpPr>
        <p:spPr>
          <a:xfrm>
            <a:off x="1130299" y="2590800"/>
            <a:ext cx="6083300" cy="2260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8D72E9-B5AE-4337-87E0-433A86567A78}"/>
              </a:ext>
            </a:extLst>
          </p:cNvPr>
          <p:cNvSpPr/>
          <p:nvPr/>
        </p:nvSpPr>
        <p:spPr>
          <a:xfrm>
            <a:off x="832152" y="443896"/>
            <a:ext cx="10445448" cy="16449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5C15EE9-2DA8-4CA2-930F-BA825AC31E44}"/>
              </a:ext>
            </a:extLst>
          </p:cNvPr>
          <p:cNvCxnSpPr>
            <a:cxnSpLocks/>
          </p:cNvCxnSpPr>
          <p:nvPr/>
        </p:nvCxnSpPr>
        <p:spPr>
          <a:xfrm flipH="1">
            <a:off x="3260877" y="685800"/>
            <a:ext cx="599924" cy="164496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644529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A43B09-4840-4BBF-9619-4C7819607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03F2A6C-B226-4E06-B8BE-466FB01F0C54}"/>
              </a:ext>
            </a:extLst>
          </p:cNvPr>
          <p:cNvSpPr/>
          <p:nvPr/>
        </p:nvSpPr>
        <p:spPr>
          <a:xfrm>
            <a:off x="1117600" y="469899"/>
            <a:ext cx="10668000" cy="27559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E6DD68-A4FB-4F56-90E9-4DF69F5FD606}"/>
              </a:ext>
            </a:extLst>
          </p:cNvPr>
          <p:cNvSpPr/>
          <p:nvPr/>
        </p:nvSpPr>
        <p:spPr>
          <a:xfrm>
            <a:off x="1117600" y="3327400"/>
            <a:ext cx="10668000" cy="2946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97080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54A5BD-E68F-4D14-9F44-A140F0AAF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8E6DD68-A4FB-4F56-90E9-4DF69F5FD606}"/>
              </a:ext>
            </a:extLst>
          </p:cNvPr>
          <p:cNvSpPr/>
          <p:nvPr/>
        </p:nvSpPr>
        <p:spPr>
          <a:xfrm>
            <a:off x="829733" y="2809725"/>
            <a:ext cx="10041468" cy="22448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5C15EE9-2DA8-4CA2-930F-BA825AC31E44}"/>
              </a:ext>
            </a:extLst>
          </p:cNvPr>
          <p:cNvCxnSpPr>
            <a:cxnSpLocks/>
          </p:cNvCxnSpPr>
          <p:nvPr/>
        </p:nvCxnSpPr>
        <p:spPr>
          <a:xfrm flipH="1">
            <a:off x="2946401" y="3603172"/>
            <a:ext cx="599924" cy="164496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93298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058DB2-58FB-49AF-982C-FAA8AB978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956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237759-182E-4C49-92AB-4131FCA7C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341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058DB2-58FB-49AF-982C-FAA8AB978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266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6C6E06-DF57-45B7-955A-5CBE46ADC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15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D4FDEE-F1A8-4960-A1C3-D65AF248E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235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052A0BD-34D3-432B-A050-FE125D2B0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212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F0E15A0-07C2-4372-9C0C-80E3298EC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0D24EA9-9DFA-45E4-8965-246E1C7D8145}"/>
              </a:ext>
            </a:extLst>
          </p:cNvPr>
          <p:cNvSpPr/>
          <p:nvPr/>
        </p:nvSpPr>
        <p:spPr>
          <a:xfrm>
            <a:off x="8961120" y="3784600"/>
            <a:ext cx="323088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F8FEB4-2AE1-40A5-9E79-B61CD7A03001}"/>
              </a:ext>
            </a:extLst>
          </p:cNvPr>
          <p:cNvSpPr/>
          <p:nvPr/>
        </p:nvSpPr>
        <p:spPr>
          <a:xfrm>
            <a:off x="8961120" y="2324101"/>
            <a:ext cx="323088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70659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921F0B-DF42-489A-ABE8-E29A1BA04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407867C-B901-4B43-9637-1842FA29E492}"/>
              </a:ext>
            </a:extLst>
          </p:cNvPr>
          <p:cNvSpPr/>
          <p:nvPr/>
        </p:nvSpPr>
        <p:spPr>
          <a:xfrm>
            <a:off x="6573520" y="3835400"/>
            <a:ext cx="1016000" cy="1219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8747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D3AF38-D243-4B07-9588-E89A23B04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26B6847-DC20-407E-849F-05DE1B1A4DE1}"/>
              </a:ext>
            </a:extLst>
          </p:cNvPr>
          <p:cNvSpPr/>
          <p:nvPr/>
        </p:nvSpPr>
        <p:spPr>
          <a:xfrm>
            <a:off x="6299200" y="4881880"/>
            <a:ext cx="5892800" cy="508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056626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0663B8-7DF3-4F4F-961D-86E61EB92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72B28D1-8ACE-4682-895A-8ACE2B305719}"/>
              </a:ext>
            </a:extLst>
          </p:cNvPr>
          <p:cNvSpPr/>
          <p:nvPr/>
        </p:nvSpPr>
        <p:spPr>
          <a:xfrm>
            <a:off x="3454400" y="3835400"/>
            <a:ext cx="1016000" cy="1219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081942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CD3ED9-FABF-40D3-B481-C45D0026B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2B88E79-5EF3-4E44-BC1A-385D5884172F}"/>
              </a:ext>
            </a:extLst>
          </p:cNvPr>
          <p:cNvSpPr/>
          <p:nvPr/>
        </p:nvSpPr>
        <p:spPr>
          <a:xfrm>
            <a:off x="4391660" y="3487419"/>
            <a:ext cx="293624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D3E09C-6282-4CC2-81F7-830824FC36BC}"/>
              </a:ext>
            </a:extLst>
          </p:cNvPr>
          <p:cNvSpPr/>
          <p:nvPr/>
        </p:nvSpPr>
        <p:spPr>
          <a:xfrm>
            <a:off x="4391660" y="2189480"/>
            <a:ext cx="293624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82526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0663B8-7DF3-4F4F-961D-86E61EB92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57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862665-54AF-40D3-BFBC-6CCEE04D2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300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6F6900-F6DB-43BB-B698-D8CB66492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169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862665-54AF-40D3-BFBC-6CCEE04D2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137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98C373-61C6-4B8F-967F-134B18115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370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8F916F-5549-4CCC-995C-769223086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7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F999F7-D19E-4B33-9252-2149A7167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115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C45252-6B75-4104-9D83-1CF073E6B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C777042-E069-41E8-A6CB-B084A7FE7064}"/>
              </a:ext>
            </a:extLst>
          </p:cNvPr>
          <p:cNvSpPr/>
          <p:nvPr/>
        </p:nvSpPr>
        <p:spPr>
          <a:xfrm>
            <a:off x="8874121" y="3784600"/>
            <a:ext cx="335280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8DFA28-6430-48ED-B1D6-8530BE9A56DC}"/>
              </a:ext>
            </a:extLst>
          </p:cNvPr>
          <p:cNvSpPr/>
          <p:nvPr/>
        </p:nvSpPr>
        <p:spPr>
          <a:xfrm>
            <a:off x="8874121" y="2324101"/>
            <a:ext cx="335280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9138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F999F7-D19E-4B33-9252-2149A7167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419AA41-1523-4021-AEB8-B106902B87AE}"/>
              </a:ext>
            </a:extLst>
          </p:cNvPr>
          <p:cNvSpPr/>
          <p:nvPr/>
        </p:nvSpPr>
        <p:spPr>
          <a:xfrm>
            <a:off x="5181600" y="3733800"/>
            <a:ext cx="1016000" cy="1219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B70B68-F5FE-479C-99CB-9695AD0CFAA8}"/>
              </a:ext>
            </a:extLst>
          </p:cNvPr>
          <p:cNvSpPr/>
          <p:nvPr/>
        </p:nvSpPr>
        <p:spPr>
          <a:xfrm>
            <a:off x="2184400" y="2514600"/>
            <a:ext cx="1016000" cy="1219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62155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Widescreen</PresentationFormat>
  <Paragraphs>23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Lenni Lobel</dc:creator>
  <cp:lastModifiedBy>Lenni Lobel</cp:lastModifiedBy>
  <cp:revision>1</cp:revision>
  <dcterms:created xsi:type="dcterms:W3CDTF">2025-06-09T00:08:47Z</dcterms:created>
  <dcterms:modified xsi:type="dcterms:W3CDTF">2025-06-09T00:11:32Z</dcterms:modified>
</cp:coreProperties>
</file>