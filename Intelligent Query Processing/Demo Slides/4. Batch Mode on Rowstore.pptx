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1396" r:id="rId2"/>
    <p:sldId id="1397" r:id="rId3"/>
    <p:sldId id="1398" r:id="rId4"/>
    <p:sldId id="1404" r:id="rId5"/>
    <p:sldId id="1399" r:id="rId6"/>
    <p:sldId id="1400" r:id="rId7"/>
    <p:sldId id="1401" r:id="rId8"/>
    <p:sldId id="1402" r:id="rId9"/>
    <p:sldId id="1403" r:id="rId10"/>
    <p:sldId id="1395" r:id="rId11"/>
    <p:sldId id="1406" r:id="rId12"/>
    <p:sldId id="1412" r:id="rId13"/>
    <p:sldId id="1407" r:id="rId14"/>
    <p:sldId id="1408" r:id="rId15"/>
    <p:sldId id="1409" r:id="rId16"/>
    <p:sldId id="1410" r:id="rId17"/>
  </p:sldIdLst>
  <p:sldSz cx="9144000" cy="5143500" type="screen16x9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9" userDrawn="1">
          <p15:clr>
            <a:srgbClr val="A4A3A4"/>
          </p15:clr>
        </p15:guide>
        <p15:guide id="2" pos="222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ni Lobel" initials="LL" lastIdx="1" clrIdx="0">
    <p:extLst>
      <p:ext uri="{19B8F6BF-5375-455C-9EA6-DF929625EA0E}">
        <p15:presenceInfo xmlns:p15="http://schemas.microsoft.com/office/powerpoint/2012/main" userId="38f762f4444693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4F81BD"/>
    <a:srgbClr val="9BBB59"/>
    <a:srgbClr val="FFFF00"/>
    <a:srgbClr val="F15B26"/>
    <a:srgbClr val="C0504D"/>
    <a:srgbClr val="1F497D"/>
    <a:srgbClr val="FDF9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9" autoAdjust="0"/>
    <p:restoredTop sz="86385" autoAdjust="0"/>
  </p:normalViewPr>
  <p:slideViewPr>
    <p:cSldViewPr>
      <p:cViewPr varScale="1">
        <p:scale>
          <a:sx n="115" d="100"/>
          <a:sy n="115" d="100"/>
        </p:scale>
        <p:origin x="1284" y="3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93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1992" y="-72"/>
      </p:cViewPr>
      <p:guideLst>
        <p:guide orient="horz" pos="2949"/>
        <p:guide pos="222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ni Lobel" userId="38f762f444469328" providerId="LiveId" clId="{54DB9917-1207-48AA-A5BE-B1D98897B5DC}"/>
    <pc:docChg chg="undo redo custSel addSld delSld modSld sldOrd">
      <pc:chgData name="Lenni Lobel" userId="38f762f444469328" providerId="LiveId" clId="{54DB9917-1207-48AA-A5BE-B1D98897B5DC}" dt="2020-02-17T02:29:38.244" v="379"/>
      <pc:docMkLst>
        <pc:docMk/>
      </pc:docMkLst>
      <pc:sldChg chg="modSp">
        <pc:chgData name="Lenni Lobel" userId="38f762f444469328" providerId="LiveId" clId="{54DB9917-1207-48AA-A5BE-B1D98897B5DC}" dt="2020-02-17T01:14:11.195" v="216" actId="20577"/>
        <pc:sldMkLst>
          <pc:docMk/>
          <pc:sldMk cId="3700347879" sldId="1001"/>
        </pc:sldMkLst>
      </pc:sldChg>
      <pc:sldChg chg="modSp modAnim">
        <pc:chgData name="Lenni Lobel" userId="38f762f444469328" providerId="LiveId" clId="{54DB9917-1207-48AA-A5BE-B1D98897B5DC}" dt="2020-02-17T01:15:24.368" v="238" actId="6549"/>
        <pc:sldMkLst>
          <pc:docMk/>
          <pc:sldMk cId="2655481649" sldId="1002"/>
        </pc:sldMkLst>
      </pc:sldChg>
      <pc:sldChg chg="modAnim">
        <pc:chgData name="Lenni Lobel" userId="38f762f444469328" providerId="LiveId" clId="{54DB9917-1207-48AA-A5BE-B1D98897B5DC}" dt="2020-02-17T01:21:26.928" v="286"/>
        <pc:sldMkLst>
          <pc:docMk/>
          <pc:sldMk cId="3118180509" sldId="1003"/>
        </pc:sldMkLst>
      </pc:sldChg>
      <pc:sldChg chg="addSp delSp modSp modAnim">
        <pc:chgData name="Lenni Lobel" userId="38f762f444469328" providerId="LiveId" clId="{54DB9917-1207-48AA-A5BE-B1D98897B5DC}" dt="2020-02-17T01:28:10.441" v="354"/>
        <pc:sldMkLst>
          <pc:docMk/>
          <pc:sldMk cId="3745033302" sldId="1005"/>
        </pc:sldMkLst>
      </pc:sldChg>
      <pc:sldChg chg="modSp">
        <pc:chgData name="Lenni Lobel" userId="38f762f444469328" providerId="LiveId" clId="{54DB9917-1207-48AA-A5BE-B1D98897B5DC}" dt="2020-02-17T00:12:15.049" v="92" actId="6549"/>
        <pc:sldMkLst>
          <pc:docMk/>
          <pc:sldMk cId="1470321535" sldId="1132"/>
        </pc:sldMkLst>
      </pc:sldChg>
      <pc:sldChg chg="addSp delSp modSp modAnim">
        <pc:chgData name="Lenni Lobel" userId="38f762f444469328" providerId="LiveId" clId="{54DB9917-1207-48AA-A5BE-B1D98897B5DC}" dt="2020-02-17T00:10:36.987" v="90"/>
        <pc:sldMkLst>
          <pc:docMk/>
          <pc:sldMk cId="3155996541" sldId="1135"/>
        </pc:sldMkLst>
      </pc:sldChg>
      <pc:sldChg chg="modSp modAnim">
        <pc:chgData name="Lenni Lobel" userId="38f762f444469328" providerId="LiveId" clId="{54DB9917-1207-48AA-A5BE-B1D98897B5DC}" dt="2020-02-17T00:08:01.944" v="85" actId="20577"/>
        <pc:sldMkLst>
          <pc:docMk/>
          <pc:sldMk cId="416775242" sldId="1139"/>
        </pc:sldMkLst>
      </pc:sldChg>
      <pc:sldChg chg="modAnim">
        <pc:chgData name="Lenni Lobel" userId="38f762f444469328" providerId="LiveId" clId="{54DB9917-1207-48AA-A5BE-B1D98897B5DC}" dt="2020-02-17T00:13:02.712" v="98"/>
        <pc:sldMkLst>
          <pc:docMk/>
          <pc:sldMk cId="1406262182" sldId="1164"/>
        </pc:sldMkLst>
      </pc:sldChg>
      <pc:sldChg chg="modAnim">
        <pc:chgData name="Lenni Lobel" userId="38f762f444469328" providerId="LiveId" clId="{54DB9917-1207-48AA-A5BE-B1D98897B5DC}" dt="2020-02-17T01:49:21.097" v="357"/>
        <pc:sldMkLst>
          <pc:docMk/>
          <pc:sldMk cId="94431843" sldId="1182"/>
        </pc:sldMkLst>
      </pc:sldChg>
      <pc:sldChg chg="modSp modAnim">
        <pc:chgData name="Lenni Lobel" userId="38f762f444469328" providerId="LiveId" clId="{54DB9917-1207-48AA-A5BE-B1D98897B5DC}" dt="2020-02-17T02:10:26.543" v="362"/>
        <pc:sldMkLst>
          <pc:docMk/>
          <pc:sldMk cId="53433590" sldId="1183"/>
        </pc:sldMkLst>
      </pc:sldChg>
      <pc:sldChg chg="modAnim">
        <pc:chgData name="Lenni Lobel" userId="38f762f444469328" providerId="LiveId" clId="{54DB9917-1207-48AA-A5BE-B1D98897B5DC}" dt="2020-02-17T02:11:59.284" v="370"/>
        <pc:sldMkLst>
          <pc:docMk/>
          <pc:sldMk cId="99987050" sldId="1185"/>
        </pc:sldMkLst>
      </pc:sldChg>
      <pc:sldChg chg="modAnim">
        <pc:chgData name="Lenni Lobel" userId="38f762f444469328" providerId="LiveId" clId="{54DB9917-1207-48AA-A5BE-B1D98897B5DC}" dt="2020-02-17T02:12:14.988" v="373"/>
        <pc:sldMkLst>
          <pc:docMk/>
          <pc:sldMk cId="2066518586" sldId="1186"/>
        </pc:sldMkLst>
      </pc:sldChg>
      <pc:sldChg chg="del">
        <pc:chgData name="Lenni Lobel" userId="38f762f444469328" providerId="LiveId" clId="{54DB9917-1207-48AA-A5BE-B1D98897B5DC}" dt="2020-02-17T02:10:58.909" v="363" actId="47"/>
        <pc:sldMkLst>
          <pc:docMk/>
          <pc:sldMk cId="2094140116" sldId="1187"/>
        </pc:sldMkLst>
      </pc:sldChg>
      <pc:sldChg chg="del">
        <pc:chgData name="Lenni Lobel" userId="38f762f444469328" providerId="LiveId" clId="{54DB9917-1207-48AA-A5BE-B1D98897B5DC}" dt="2020-02-17T02:10:58.909" v="363" actId="47"/>
        <pc:sldMkLst>
          <pc:docMk/>
          <pc:sldMk cId="4289684271" sldId="1188"/>
        </pc:sldMkLst>
      </pc:sldChg>
      <pc:sldChg chg="modSp">
        <pc:chgData name="Lenni Lobel" userId="38f762f444469328" providerId="LiveId" clId="{54DB9917-1207-48AA-A5BE-B1D98897B5DC}" dt="2020-02-16T23:59:42.339" v="46" actId="6549"/>
        <pc:sldMkLst>
          <pc:docMk/>
          <pc:sldMk cId="2543228877" sldId="1189"/>
        </pc:sldMkLst>
      </pc:sldChg>
      <pc:sldChg chg="modAnim">
        <pc:chgData name="Lenni Lobel" userId="38f762f444469328" providerId="LiveId" clId="{54DB9917-1207-48AA-A5BE-B1D98897B5DC}" dt="2020-02-17T00:14:28.064" v="102"/>
        <pc:sldMkLst>
          <pc:docMk/>
          <pc:sldMk cId="2196621941" sldId="1201"/>
        </pc:sldMkLst>
      </pc:sldChg>
      <pc:sldChg chg="modSp modAnim">
        <pc:chgData name="Lenni Lobel" userId="38f762f444469328" providerId="LiveId" clId="{54DB9917-1207-48AA-A5BE-B1D98897B5DC}" dt="2020-02-17T00:23:34.427" v="155"/>
        <pc:sldMkLst>
          <pc:docMk/>
          <pc:sldMk cId="3252219793" sldId="1202"/>
        </pc:sldMkLst>
      </pc:sldChg>
      <pc:sldChg chg="modSp modAnim">
        <pc:chgData name="Lenni Lobel" userId="38f762f444469328" providerId="LiveId" clId="{54DB9917-1207-48AA-A5BE-B1D98897B5DC}" dt="2020-02-16T23:25:30.821" v="3"/>
        <pc:sldMkLst>
          <pc:docMk/>
          <pc:sldMk cId="214192588" sldId="1237"/>
        </pc:sldMkLst>
      </pc:sldChg>
      <pc:sldChg chg="addSp delSp modSp modAnim">
        <pc:chgData name="Lenni Lobel" userId="38f762f444469328" providerId="LiveId" clId="{54DB9917-1207-48AA-A5BE-B1D98897B5DC}" dt="2020-02-17T01:20:05.007" v="279"/>
        <pc:sldMkLst>
          <pc:docMk/>
          <pc:sldMk cId="52791624" sldId="1241"/>
        </pc:sldMkLst>
      </pc:sldChg>
      <pc:sldChg chg="addSp delSp modSp modAnim">
        <pc:chgData name="Lenni Lobel" userId="38f762f444469328" providerId="LiveId" clId="{54DB9917-1207-48AA-A5BE-B1D98897B5DC}" dt="2020-02-17T01:22:09.789" v="295" actId="27636"/>
        <pc:sldMkLst>
          <pc:docMk/>
          <pc:sldMk cId="787406992" sldId="1242"/>
        </pc:sldMkLst>
      </pc:sldChg>
      <pc:sldChg chg="ord modTransition modAnim">
        <pc:chgData name="Lenni Lobel" userId="38f762f444469328" providerId="LiveId" clId="{54DB9917-1207-48AA-A5BE-B1D98897B5DC}" dt="2020-02-17T01:27:03.131" v="351"/>
        <pc:sldMkLst>
          <pc:docMk/>
          <pc:sldMk cId="3205596402" sldId="1243"/>
        </pc:sldMkLst>
      </pc:sldChg>
      <pc:sldChg chg="modAnim">
        <pc:chgData name="Lenni Lobel" userId="38f762f444469328" providerId="LiveId" clId="{54DB9917-1207-48AA-A5BE-B1D98897B5DC}" dt="2020-02-17T02:29:03.912" v="376"/>
        <pc:sldMkLst>
          <pc:docMk/>
          <pc:sldMk cId="2492579827" sldId="1247"/>
        </pc:sldMkLst>
      </pc:sldChg>
      <pc:sldChg chg="modAnim">
        <pc:chgData name="Lenni Lobel" userId="38f762f444469328" providerId="LiveId" clId="{54DB9917-1207-48AA-A5BE-B1D98897B5DC}" dt="2020-02-17T02:29:38.244" v="379"/>
        <pc:sldMkLst>
          <pc:docMk/>
          <pc:sldMk cId="3266418376" sldId="1260"/>
        </pc:sldMkLst>
      </pc:sldChg>
      <pc:sldChg chg="modAnim">
        <pc:chgData name="Lenni Lobel" userId="38f762f444469328" providerId="LiveId" clId="{54DB9917-1207-48AA-A5BE-B1D98897B5DC}" dt="2020-02-17T00:11:27.067" v="91"/>
        <pc:sldMkLst>
          <pc:docMk/>
          <pc:sldMk cId="3315373711" sldId="1272"/>
        </pc:sldMkLst>
      </pc:sldChg>
      <pc:sldChg chg="modSp modAnim modNotesTx">
        <pc:chgData name="Lenni Lobel" userId="38f762f444469328" providerId="LiveId" clId="{54DB9917-1207-48AA-A5BE-B1D98897B5DC}" dt="2020-02-17T00:24:09.396" v="158"/>
        <pc:sldMkLst>
          <pc:docMk/>
          <pc:sldMk cId="95515693" sldId="1273"/>
        </pc:sldMkLst>
      </pc:sldChg>
      <pc:sldChg chg="modNotesTx">
        <pc:chgData name="Lenni Lobel" userId="38f762f444469328" providerId="LiveId" clId="{54DB9917-1207-48AA-A5BE-B1D98897B5DC}" dt="2020-02-17T00:00:52.275" v="62" actId="6549"/>
        <pc:sldMkLst>
          <pc:docMk/>
          <pc:sldMk cId="1202512976" sldId="1275"/>
        </pc:sldMkLst>
      </pc:sldChg>
      <pc:sldChg chg="del">
        <pc:chgData name="Lenni Lobel" userId="38f762f444469328" providerId="LiveId" clId="{54DB9917-1207-48AA-A5BE-B1D98897B5DC}" dt="2020-02-17T00:22:32.979" v="141" actId="47"/>
        <pc:sldMkLst>
          <pc:docMk/>
          <pc:sldMk cId="1001692589" sldId="1276"/>
        </pc:sldMkLst>
      </pc:sldChg>
      <pc:sldChg chg="modSp">
        <pc:chgData name="Lenni Lobel" userId="38f762f444469328" providerId="LiveId" clId="{54DB9917-1207-48AA-A5BE-B1D98897B5DC}" dt="2020-02-17T02:11:20.031" v="367" actId="20577"/>
        <pc:sldMkLst>
          <pc:docMk/>
          <pc:sldMk cId="2883941958" sldId="1277"/>
        </pc:sldMkLst>
      </pc:sldChg>
      <pc:sldChg chg="modSp modAnim">
        <pc:chgData name="Lenni Lobel" userId="38f762f444469328" providerId="LiveId" clId="{54DB9917-1207-48AA-A5BE-B1D98897B5DC}" dt="2020-02-17T00:04:05.222" v="65" actId="27636"/>
        <pc:sldMkLst>
          <pc:docMk/>
          <pc:sldMk cId="2779118389" sldId="1278"/>
        </pc:sldMkLst>
      </pc:sldChg>
      <pc:sldChg chg="modSp add ord">
        <pc:chgData name="Lenni Lobel" userId="38f762f444469328" providerId="LiveId" clId="{54DB9917-1207-48AA-A5BE-B1D98897B5DC}" dt="2020-02-17T00:16:22.005" v="140" actId="20577"/>
        <pc:sldMkLst>
          <pc:docMk/>
          <pc:sldMk cId="3958372042" sldId="1283"/>
        </pc:sldMkLst>
      </pc:sldChg>
      <pc:sldChg chg="addSp delSp modSp add">
        <pc:chgData name="Lenni Lobel" userId="38f762f444469328" providerId="LiveId" clId="{54DB9917-1207-48AA-A5BE-B1D98897B5DC}" dt="2020-02-17T01:22:05.518" v="293"/>
        <pc:sldMkLst>
          <pc:docMk/>
          <pc:sldMk cId="720680738" sldId="1284"/>
        </pc:sldMkLst>
      </pc:sldChg>
    </pc:docChg>
  </pc:docChgLst>
  <pc:docChgLst>
    <pc:chgData name="Lenni Lobel" userId="38f762f444469328" providerId="LiveId" clId="{3891CCCC-8B71-4625-8B7B-E5DD032F32ED}"/>
    <pc:docChg chg="undo custSel delSld modSld delMainMaster modMainMaster">
      <pc:chgData name="Lenni Lobel" userId="38f762f444469328" providerId="LiveId" clId="{3891CCCC-8B71-4625-8B7B-E5DD032F32ED}" dt="2020-02-19T14:44:34.649" v="102" actId="2696"/>
      <pc:docMkLst>
        <pc:docMk/>
      </pc:docMkLst>
      <pc:sldChg chg="del">
        <pc:chgData name="Lenni Lobel" userId="38f762f444469328" providerId="LiveId" clId="{3891CCCC-8B71-4625-8B7B-E5DD032F32ED}" dt="2020-02-19T14:36:57.833" v="0" actId="47"/>
        <pc:sldMkLst>
          <pc:docMk/>
          <pc:sldMk cId="1465299317" sldId="265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361233330" sldId="266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273899511" sldId="467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2234205357" sldId="471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3143048040" sldId="61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566255482" sldId="61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718697512" sldId="619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619993884" sldId="65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531710214" sldId="653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243825886" sldId="659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438762449" sldId="662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714983392" sldId="666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386144617" sldId="66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641295554" sldId="668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145207136" sldId="67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219678463" sldId="672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827777326" sldId="686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438954805" sldId="68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544656586" sldId="688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601408997" sldId="689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748213381" sldId="694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4288226609" sldId="695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553696151" sldId="696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262125691" sldId="69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4116411695" sldId="698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4185278355" sldId="699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866278766" sldId="703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94207387" sldId="706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728035122" sldId="70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337119875" sldId="71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4106348108" sldId="711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4041669137" sldId="713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12363743" sldId="714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668587052" sldId="715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47436311" sldId="716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089631689" sldId="71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476720460" sldId="719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35809737" sldId="72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212436268" sldId="721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23299403" sldId="722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910195516" sldId="724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006380777" sldId="742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602104248" sldId="748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228837154" sldId="749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13308934" sldId="75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000837388" sldId="751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001315705" sldId="752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109157373" sldId="75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655018614" sldId="758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093677810" sldId="759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915366163" sldId="76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398979438" sldId="761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174253494" sldId="773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319187343" sldId="785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629095997" sldId="795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434290536" sldId="796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56323060" sldId="799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160606916" sldId="80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940598021" sldId="829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3640314037" sldId="85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369987252" sldId="865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006178450" sldId="866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590466747" sldId="86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753541235" sldId="868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72772885" sldId="869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167538319" sldId="87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4013441723" sldId="871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4038708817" sldId="872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694548474" sldId="873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873128248" sldId="874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219673584" sldId="875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669827818" sldId="876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399617831" sldId="87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725260957" sldId="878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92193860" sldId="879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493787873" sldId="88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4147685771" sldId="889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643104026" sldId="89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85670003" sldId="89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783775495" sldId="898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775866791" sldId="902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4014871831" sldId="90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655587485" sldId="912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12654284" sldId="914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057911359" sldId="915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477744590" sldId="916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273186009" sldId="918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575422315" sldId="919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593562864" sldId="92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258831310" sldId="923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771119962" sldId="924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484461871" sldId="926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784223739" sldId="92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470318173" sldId="928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629861177" sldId="93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635829402" sldId="931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700347879" sldId="1001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655481649" sldId="1002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118180509" sldId="1003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745033302" sldId="1005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876856410" sldId="1017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3331253355" sldId="1128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1470321535" sldId="1132"/>
        </pc:sldMkLst>
      </pc:sldChg>
      <pc:sldChg chg="addSp delSp modSp mod delAnim">
        <pc:chgData name="Lenni Lobel" userId="38f762f444469328" providerId="LiveId" clId="{3891CCCC-8B71-4625-8B7B-E5DD032F32ED}" dt="2020-02-19T14:37:43.706" v="5" actId="478"/>
        <pc:sldMkLst>
          <pc:docMk/>
          <pc:sldMk cId="3155996541" sldId="1135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4265533736" sldId="1136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2734624263" sldId="1138"/>
        </pc:sldMkLst>
      </pc:sldChg>
      <pc:sldChg chg="addSp delSp modSp mod delAnim">
        <pc:chgData name="Lenni Lobel" userId="38f762f444469328" providerId="LiveId" clId="{3891CCCC-8B71-4625-8B7B-E5DD032F32ED}" dt="2020-02-19T14:39:43.493" v="28"/>
        <pc:sldMkLst>
          <pc:docMk/>
          <pc:sldMk cId="416775242" sldId="1139"/>
        </pc:sldMkLst>
      </pc:sldChg>
      <pc:sldChg chg="del">
        <pc:chgData name="Lenni Lobel" userId="38f762f444469328" providerId="LiveId" clId="{3891CCCC-8B71-4625-8B7B-E5DD032F32ED}" dt="2020-02-19T14:37:38.818" v="3" actId="47"/>
        <pc:sldMkLst>
          <pc:docMk/>
          <pc:sldMk cId="3652778174" sldId="1143"/>
        </pc:sldMkLst>
      </pc:sldChg>
      <pc:sldChg chg="addSp delSp modSp mod delAnim modNotesTx">
        <pc:chgData name="Lenni Lobel" userId="38f762f444469328" providerId="LiveId" clId="{3891CCCC-8B71-4625-8B7B-E5DD032F32ED}" dt="2020-02-19T14:40:59.766" v="29" actId="6549"/>
        <pc:sldMkLst>
          <pc:docMk/>
          <pc:sldMk cId="1406262182" sldId="1164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409893606" sldId="1166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176581411" sldId="116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81779183" sldId="1168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497347183" sldId="1169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695405281" sldId="1170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1460779014" sldId="1171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231659459" sldId="1172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94431843" sldId="1182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53433590" sldId="1183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819063617" sldId="1184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99987050" sldId="1185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066518586" sldId="1186"/>
        </pc:sldMkLst>
      </pc:sldChg>
      <pc:sldChg chg="addSp delSp modSp mod delAnim modNotesTx">
        <pc:chgData name="Lenni Lobel" userId="38f762f444469328" providerId="LiveId" clId="{3891CCCC-8B71-4625-8B7B-E5DD032F32ED}" dt="2020-02-19T14:41:15.961" v="30" actId="6549"/>
        <pc:sldMkLst>
          <pc:docMk/>
          <pc:sldMk cId="2196621941" sldId="1201"/>
        </pc:sldMkLst>
      </pc:sldChg>
      <pc:sldChg chg="addSp delSp modSp mod delAnim">
        <pc:chgData name="Lenni Lobel" userId="38f762f444469328" providerId="LiveId" clId="{3891CCCC-8B71-4625-8B7B-E5DD032F32ED}" dt="2020-02-19T14:41:29.036" v="32" actId="478"/>
        <pc:sldMkLst>
          <pc:docMk/>
          <pc:sldMk cId="3252219793" sldId="1202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1595993169" sldId="1204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3534581370" sldId="1205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3651549705" sldId="1206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504964769" sldId="1207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4188996794" sldId="1208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3297445754" sldId="1209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3922800054" sldId="1210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4231418195" sldId="1211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2691966755" sldId="1212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2432516802" sldId="1213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124552020" sldId="1214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1759951761" sldId="1215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2423273361" sldId="1216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4135430362" sldId="1217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4154463626" sldId="1218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422414808" sldId="1219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3413455117" sldId="1220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3254690171" sldId="1221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494070844" sldId="1223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3278182808" sldId="1224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1562587862" sldId="1225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3613935964" sldId="1226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2755803788" sldId="1227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943003626" sldId="1228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3876453619" sldId="1229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3174847865" sldId="1230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1609537419" sldId="1231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4271815716" sldId="1232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1596010200" sldId="1233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3777327352" sldId="1234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2513009838" sldId="1235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556867383" sldId="1236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214192588" sldId="1237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3768660616" sldId="1238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1292438807" sldId="124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52791624" sldId="1241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787406992" sldId="1242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205596402" sldId="1243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994535195" sldId="1246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492579827" sldId="124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57555050" sldId="125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516154938" sldId="1251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4288257296" sldId="1252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704917412" sldId="1253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489387031" sldId="1254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26609424" sldId="1255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486988408" sldId="1256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422849364" sldId="125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804235195" sldId="1258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266418376" sldId="126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441870844" sldId="1261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937558564" sldId="1262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447998500" sldId="1263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4003102441" sldId="1264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354810834" sldId="1265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94946066" sldId="1266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319194892" sldId="1267"/>
        </pc:sldMkLst>
      </pc:sldChg>
      <pc:sldChg chg="del">
        <pc:chgData name="Lenni Lobel" userId="38f762f444469328" providerId="LiveId" clId="{3891CCCC-8B71-4625-8B7B-E5DD032F32ED}" dt="2020-02-19T14:37:57.793" v="6" actId="47"/>
        <pc:sldMkLst>
          <pc:docMk/>
          <pc:sldMk cId="3315373711" sldId="1272"/>
        </pc:sldMkLst>
      </pc:sldChg>
      <pc:sldChg chg="addSp delSp modSp mod delAnim">
        <pc:chgData name="Lenni Lobel" userId="38f762f444469328" providerId="LiveId" clId="{3891CCCC-8B71-4625-8B7B-E5DD032F32ED}" dt="2020-02-19T14:41:40.427" v="35" actId="478"/>
        <pc:sldMkLst>
          <pc:docMk/>
          <pc:sldMk cId="95515693" sldId="1273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883941958" sldId="1277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2779118389" sldId="1278"/>
        </pc:sldMkLst>
      </pc:sldChg>
      <pc:sldChg chg="del">
        <pc:chgData name="Lenni Lobel" userId="38f762f444469328" providerId="LiveId" clId="{3891CCCC-8B71-4625-8B7B-E5DD032F32ED}" dt="2020-02-19T14:36:57.833" v="0" actId="47"/>
        <pc:sldMkLst>
          <pc:docMk/>
          <pc:sldMk cId="226905696" sldId="128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720680738" sldId="1284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430117985" sldId="1285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979397954" sldId="1286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905775797" sldId="1287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521318004" sldId="1288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963838304" sldId="1289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2131885829" sldId="1290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3463232610" sldId="1291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1505362363" sldId="1292"/>
        </pc:sldMkLst>
      </pc:sldChg>
      <pc:sldChg chg="del">
        <pc:chgData name="Lenni Lobel" userId="38f762f444469328" providerId="LiveId" clId="{3891CCCC-8B71-4625-8B7B-E5DD032F32ED}" dt="2020-02-19T14:41:50.335" v="36" actId="47"/>
        <pc:sldMkLst>
          <pc:docMk/>
          <pc:sldMk cId="727348928" sldId="1293"/>
        </pc:sldMkLst>
      </pc:sldChg>
      <pc:sldMasterChg chg="delSp mod setBg delSldLayout modSldLayout">
        <pc:chgData name="Lenni Lobel" userId="38f762f444469328" providerId="LiveId" clId="{3891CCCC-8B71-4625-8B7B-E5DD032F32ED}" dt="2020-02-19T14:44:34.649" v="102" actId="2696"/>
        <pc:sldMasterMkLst>
          <pc:docMk/>
          <pc:sldMasterMk cId="2946264167" sldId="2147483648"/>
        </pc:sldMasterMkLst>
        <pc:sldLayoutChg chg="del">
          <pc:chgData name="Lenni Lobel" userId="38f762f444469328" providerId="LiveId" clId="{3891CCCC-8B71-4625-8B7B-E5DD032F32ED}" dt="2020-02-19T14:44:34.649" v="102" actId="2696"/>
          <pc:sldLayoutMkLst>
            <pc:docMk/>
            <pc:sldMasterMk cId="2946264167" sldId="2147483648"/>
            <pc:sldLayoutMk cId="1299055915" sldId="2147483650"/>
          </pc:sldLayoutMkLst>
        </pc:sldLayoutChg>
        <pc:sldLayoutChg chg="del">
          <pc:chgData name="Lenni Lobel" userId="38f762f444469328" providerId="LiveId" clId="{3891CCCC-8B71-4625-8B7B-E5DD032F32ED}" dt="2020-02-19T14:43:18.193" v="96" actId="2696"/>
          <pc:sldLayoutMkLst>
            <pc:docMk/>
            <pc:sldMasterMk cId="2946264167" sldId="2147483648"/>
            <pc:sldLayoutMk cId="2058797549" sldId="2147483651"/>
          </pc:sldLayoutMkLst>
        </pc:sldLayoutChg>
        <pc:sldLayoutChg chg="addSp delSp mod">
          <pc:chgData name="Lenni Lobel" userId="38f762f444469328" providerId="LiveId" clId="{3891CCCC-8B71-4625-8B7B-E5DD032F32ED}" dt="2020-02-19T14:43:37.770" v="98" actId="478"/>
          <pc:sldLayoutMkLst>
            <pc:docMk/>
            <pc:sldMasterMk cId="2946264167" sldId="2147483648"/>
            <pc:sldLayoutMk cId="2357358416" sldId="2147483655"/>
          </pc:sldLayoutMkLst>
        </pc:sldLayoutChg>
      </pc:sldMasterChg>
      <pc:sldMasterChg chg="del delSldLayout">
        <pc:chgData name="Lenni Lobel" userId="38f762f444469328" providerId="LiveId" clId="{3891CCCC-8B71-4625-8B7B-E5DD032F32ED}" dt="2020-02-19T14:36:57.833" v="0" actId="47"/>
        <pc:sldMasterMkLst>
          <pc:docMk/>
          <pc:sldMasterMk cId="1388179135" sldId="2147483671"/>
        </pc:sldMasterMkLst>
        <pc:sldLayoutChg chg="del">
          <pc:chgData name="Lenni Lobel" userId="38f762f444469328" providerId="LiveId" clId="{3891CCCC-8B71-4625-8B7B-E5DD032F32ED}" dt="2020-02-19T14:36:57.833" v="0" actId="47"/>
          <pc:sldLayoutMkLst>
            <pc:docMk/>
            <pc:sldMasterMk cId="1388179135" sldId="2147483671"/>
            <pc:sldLayoutMk cId="747527935" sldId="2147483673"/>
          </pc:sldLayoutMkLst>
        </pc:sldLayoutChg>
      </pc:sldMasterChg>
      <pc:sldMasterChg chg="del delSldLayout">
        <pc:chgData name="Lenni Lobel" userId="38f762f444469328" providerId="LiveId" clId="{3891CCCC-8B71-4625-8B7B-E5DD032F32ED}" dt="2020-02-19T14:42:43.145" v="94" actId="2696"/>
        <pc:sldMasterMkLst>
          <pc:docMk/>
          <pc:sldMasterMk cId="1876453841" sldId="2147483674"/>
        </pc:sldMasterMkLst>
        <pc:sldLayoutChg chg="del">
          <pc:chgData name="Lenni Lobel" userId="38f762f444469328" providerId="LiveId" clId="{3891CCCC-8B71-4625-8B7B-E5DD032F32ED}" dt="2020-02-19T14:42:43.098" v="67" actId="2696"/>
          <pc:sldLayoutMkLst>
            <pc:docMk/>
            <pc:sldMasterMk cId="1876453841" sldId="2147483674"/>
            <pc:sldLayoutMk cId="864654501" sldId="2147483675"/>
          </pc:sldLayoutMkLst>
        </pc:sldLayoutChg>
        <pc:sldLayoutChg chg="del">
          <pc:chgData name="Lenni Lobel" userId="38f762f444469328" providerId="LiveId" clId="{3891CCCC-8B71-4625-8B7B-E5DD032F32ED}" dt="2020-02-19T14:42:43.098" v="68" actId="2696"/>
          <pc:sldLayoutMkLst>
            <pc:docMk/>
            <pc:sldMasterMk cId="1876453841" sldId="2147483674"/>
            <pc:sldLayoutMk cId="1801154673" sldId="2147483676"/>
          </pc:sldLayoutMkLst>
        </pc:sldLayoutChg>
        <pc:sldLayoutChg chg="del">
          <pc:chgData name="Lenni Lobel" userId="38f762f444469328" providerId="LiveId" clId="{3891CCCC-8B71-4625-8B7B-E5DD032F32ED}" dt="2020-02-19T14:42:43.098" v="69" actId="2696"/>
          <pc:sldLayoutMkLst>
            <pc:docMk/>
            <pc:sldMasterMk cId="1876453841" sldId="2147483674"/>
            <pc:sldLayoutMk cId="1690454810" sldId="2147483677"/>
          </pc:sldLayoutMkLst>
        </pc:sldLayoutChg>
        <pc:sldLayoutChg chg="del">
          <pc:chgData name="Lenni Lobel" userId="38f762f444469328" providerId="LiveId" clId="{3891CCCC-8B71-4625-8B7B-E5DD032F32ED}" dt="2020-02-19T14:42:43.098" v="70" actId="2696"/>
          <pc:sldLayoutMkLst>
            <pc:docMk/>
            <pc:sldMasterMk cId="1876453841" sldId="2147483674"/>
            <pc:sldLayoutMk cId="717293687" sldId="2147483678"/>
          </pc:sldLayoutMkLst>
        </pc:sldLayoutChg>
        <pc:sldLayoutChg chg="del">
          <pc:chgData name="Lenni Lobel" userId="38f762f444469328" providerId="LiveId" clId="{3891CCCC-8B71-4625-8B7B-E5DD032F32ED}" dt="2020-02-19T14:42:43.114" v="71" actId="2696"/>
          <pc:sldLayoutMkLst>
            <pc:docMk/>
            <pc:sldMasterMk cId="1876453841" sldId="2147483674"/>
            <pc:sldLayoutMk cId="2285943013" sldId="2147483679"/>
          </pc:sldLayoutMkLst>
        </pc:sldLayoutChg>
        <pc:sldLayoutChg chg="del">
          <pc:chgData name="Lenni Lobel" userId="38f762f444469328" providerId="LiveId" clId="{3891CCCC-8B71-4625-8B7B-E5DD032F32ED}" dt="2020-02-19T14:42:43.114" v="72" actId="2696"/>
          <pc:sldLayoutMkLst>
            <pc:docMk/>
            <pc:sldMasterMk cId="1876453841" sldId="2147483674"/>
            <pc:sldLayoutMk cId="4155040668" sldId="2147483680"/>
          </pc:sldLayoutMkLst>
        </pc:sldLayoutChg>
        <pc:sldLayoutChg chg="del">
          <pc:chgData name="Lenni Lobel" userId="38f762f444469328" providerId="LiveId" clId="{3891CCCC-8B71-4625-8B7B-E5DD032F32ED}" dt="2020-02-19T14:42:43.114" v="73" actId="2696"/>
          <pc:sldLayoutMkLst>
            <pc:docMk/>
            <pc:sldMasterMk cId="1876453841" sldId="2147483674"/>
            <pc:sldLayoutMk cId="2731711755" sldId="2147483681"/>
          </pc:sldLayoutMkLst>
        </pc:sldLayoutChg>
        <pc:sldLayoutChg chg="del">
          <pc:chgData name="Lenni Lobel" userId="38f762f444469328" providerId="LiveId" clId="{3891CCCC-8B71-4625-8B7B-E5DD032F32ED}" dt="2020-02-19T14:42:43.114" v="74" actId="2696"/>
          <pc:sldLayoutMkLst>
            <pc:docMk/>
            <pc:sldMasterMk cId="1876453841" sldId="2147483674"/>
            <pc:sldLayoutMk cId="2083555982" sldId="2147483682"/>
          </pc:sldLayoutMkLst>
        </pc:sldLayoutChg>
        <pc:sldLayoutChg chg="del">
          <pc:chgData name="Lenni Lobel" userId="38f762f444469328" providerId="LiveId" clId="{3891CCCC-8B71-4625-8B7B-E5DD032F32ED}" dt="2020-02-19T14:42:43.114" v="75" actId="2696"/>
          <pc:sldLayoutMkLst>
            <pc:docMk/>
            <pc:sldMasterMk cId="1876453841" sldId="2147483674"/>
            <pc:sldLayoutMk cId="2190014954" sldId="2147483683"/>
          </pc:sldLayoutMkLst>
        </pc:sldLayoutChg>
        <pc:sldLayoutChg chg="del">
          <pc:chgData name="Lenni Lobel" userId="38f762f444469328" providerId="LiveId" clId="{3891CCCC-8B71-4625-8B7B-E5DD032F32ED}" dt="2020-02-19T14:42:43.114" v="76" actId="2696"/>
          <pc:sldLayoutMkLst>
            <pc:docMk/>
            <pc:sldMasterMk cId="1876453841" sldId="2147483674"/>
            <pc:sldLayoutMk cId="1429646167" sldId="2147483684"/>
          </pc:sldLayoutMkLst>
        </pc:sldLayoutChg>
        <pc:sldLayoutChg chg="del">
          <pc:chgData name="Lenni Lobel" userId="38f762f444469328" providerId="LiveId" clId="{3891CCCC-8B71-4625-8B7B-E5DD032F32ED}" dt="2020-02-19T14:42:43.114" v="77" actId="2696"/>
          <pc:sldLayoutMkLst>
            <pc:docMk/>
            <pc:sldMasterMk cId="1876453841" sldId="2147483674"/>
            <pc:sldLayoutMk cId="2845686292" sldId="2147483685"/>
          </pc:sldLayoutMkLst>
        </pc:sldLayoutChg>
        <pc:sldLayoutChg chg="del">
          <pc:chgData name="Lenni Lobel" userId="38f762f444469328" providerId="LiveId" clId="{3891CCCC-8B71-4625-8B7B-E5DD032F32ED}" dt="2020-02-19T14:42:43.114" v="78" actId="2696"/>
          <pc:sldLayoutMkLst>
            <pc:docMk/>
            <pc:sldMasterMk cId="1876453841" sldId="2147483674"/>
            <pc:sldLayoutMk cId="2517953764" sldId="2147483686"/>
          </pc:sldLayoutMkLst>
        </pc:sldLayoutChg>
        <pc:sldLayoutChg chg="del">
          <pc:chgData name="Lenni Lobel" userId="38f762f444469328" providerId="LiveId" clId="{3891CCCC-8B71-4625-8B7B-E5DD032F32ED}" dt="2020-02-19T14:42:43.114" v="79" actId="2696"/>
          <pc:sldLayoutMkLst>
            <pc:docMk/>
            <pc:sldMasterMk cId="1876453841" sldId="2147483674"/>
            <pc:sldLayoutMk cId="3979174026" sldId="2147483687"/>
          </pc:sldLayoutMkLst>
        </pc:sldLayoutChg>
        <pc:sldLayoutChg chg="del">
          <pc:chgData name="Lenni Lobel" userId="38f762f444469328" providerId="LiveId" clId="{3891CCCC-8B71-4625-8B7B-E5DD032F32ED}" dt="2020-02-19T14:42:43.114" v="80" actId="2696"/>
          <pc:sldLayoutMkLst>
            <pc:docMk/>
            <pc:sldMasterMk cId="1876453841" sldId="2147483674"/>
            <pc:sldLayoutMk cId="2103510691" sldId="2147483688"/>
          </pc:sldLayoutMkLst>
        </pc:sldLayoutChg>
        <pc:sldLayoutChg chg="del">
          <pc:chgData name="Lenni Lobel" userId="38f762f444469328" providerId="LiveId" clId="{3891CCCC-8B71-4625-8B7B-E5DD032F32ED}" dt="2020-02-19T14:42:43.114" v="81" actId="2696"/>
          <pc:sldLayoutMkLst>
            <pc:docMk/>
            <pc:sldMasterMk cId="1876453841" sldId="2147483674"/>
            <pc:sldLayoutMk cId="3783342448" sldId="2147483689"/>
          </pc:sldLayoutMkLst>
        </pc:sldLayoutChg>
        <pc:sldLayoutChg chg="del">
          <pc:chgData name="Lenni Lobel" userId="38f762f444469328" providerId="LiveId" clId="{3891CCCC-8B71-4625-8B7B-E5DD032F32ED}" dt="2020-02-19T14:42:43.114" v="82" actId="2696"/>
          <pc:sldLayoutMkLst>
            <pc:docMk/>
            <pc:sldMasterMk cId="1876453841" sldId="2147483674"/>
            <pc:sldLayoutMk cId="211628701" sldId="2147483690"/>
          </pc:sldLayoutMkLst>
        </pc:sldLayoutChg>
        <pc:sldLayoutChg chg="del">
          <pc:chgData name="Lenni Lobel" userId="38f762f444469328" providerId="LiveId" clId="{3891CCCC-8B71-4625-8B7B-E5DD032F32ED}" dt="2020-02-19T14:42:43.114" v="83" actId="2696"/>
          <pc:sldLayoutMkLst>
            <pc:docMk/>
            <pc:sldMasterMk cId="1876453841" sldId="2147483674"/>
            <pc:sldLayoutMk cId="3690848533" sldId="2147483691"/>
          </pc:sldLayoutMkLst>
        </pc:sldLayoutChg>
        <pc:sldLayoutChg chg="del">
          <pc:chgData name="Lenni Lobel" userId="38f762f444469328" providerId="LiveId" clId="{3891CCCC-8B71-4625-8B7B-E5DD032F32ED}" dt="2020-02-19T14:42:43.130" v="84" actId="2696"/>
          <pc:sldLayoutMkLst>
            <pc:docMk/>
            <pc:sldMasterMk cId="1876453841" sldId="2147483674"/>
            <pc:sldLayoutMk cId="3954990528" sldId="2147483692"/>
          </pc:sldLayoutMkLst>
        </pc:sldLayoutChg>
        <pc:sldLayoutChg chg="del">
          <pc:chgData name="Lenni Lobel" userId="38f762f444469328" providerId="LiveId" clId="{3891CCCC-8B71-4625-8B7B-E5DD032F32ED}" dt="2020-02-19T14:42:43.130" v="85" actId="2696"/>
          <pc:sldLayoutMkLst>
            <pc:docMk/>
            <pc:sldMasterMk cId="1876453841" sldId="2147483674"/>
            <pc:sldLayoutMk cId="1032116964" sldId="2147483693"/>
          </pc:sldLayoutMkLst>
        </pc:sldLayoutChg>
        <pc:sldLayoutChg chg="del">
          <pc:chgData name="Lenni Lobel" userId="38f762f444469328" providerId="LiveId" clId="{3891CCCC-8B71-4625-8B7B-E5DD032F32ED}" dt="2020-02-19T14:42:43.130" v="86" actId="2696"/>
          <pc:sldLayoutMkLst>
            <pc:docMk/>
            <pc:sldMasterMk cId="1876453841" sldId="2147483674"/>
            <pc:sldLayoutMk cId="2915876011" sldId="2147483694"/>
          </pc:sldLayoutMkLst>
        </pc:sldLayoutChg>
        <pc:sldLayoutChg chg="del">
          <pc:chgData name="Lenni Lobel" userId="38f762f444469328" providerId="LiveId" clId="{3891CCCC-8B71-4625-8B7B-E5DD032F32ED}" dt="2020-02-19T14:42:43.130" v="87" actId="2696"/>
          <pc:sldLayoutMkLst>
            <pc:docMk/>
            <pc:sldMasterMk cId="1876453841" sldId="2147483674"/>
            <pc:sldLayoutMk cId="2195165646" sldId="2147483695"/>
          </pc:sldLayoutMkLst>
        </pc:sldLayoutChg>
        <pc:sldLayoutChg chg="del">
          <pc:chgData name="Lenni Lobel" userId="38f762f444469328" providerId="LiveId" clId="{3891CCCC-8B71-4625-8B7B-E5DD032F32ED}" dt="2020-02-19T14:42:43.130" v="88" actId="2696"/>
          <pc:sldLayoutMkLst>
            <pc:docMk/>
            <pc:sldMasterMk cId="1876453841" sldId="2147483674"/>
            <pc:sldLayoutMk cId="3826876742" sldId="2147483696"/>
          </pc:sldLayoutMkLst>
        </pc:sldLayoutChg>
        <pc:sldLayoutChg chg="del">
          <pc:chgData name="Lenni Lobel" userId="38f762f444469328" providerId="LiveId" clId="{3891CCCC-8B71-4625-8B7B-E5DD032F32ED}" dt="2020-02-19T14:42:43.145" v="89" actId="2696"/>
          <pc:sldLayoutMkLst>
            <pc:docMk/>
            <pc:sldMasterMk cId="1876453841" sldId="2147483674"/>
            <pc:sldLayoutMk cId="1755977901" sldId="2147483697"/>
          </pc:sldLayoutMkLst>
        </pc:sldLayoutChg>
        <pc:sldLayoutChg chg="del">
          <pc:chgData name="Lenni Lobel" userId="38f762f444469328" providerId="LiveId" clId="{3891CCCC-8B71-4625-8B7B-E5DD032F32ED}" dt="2020-02-19T14:42:43.145" v="90" actId="2696"/>
          <pc:sldLayoutMkLst>
            <pc:docMk/>
            <pc:sldMasterMk cId="1876453841" sldId="2147483674"/>
            <pc:sldLayoutMk cId="414810064" sldId="2147483698"/>
          </pc:sldLayoutMkLst>
        </pc:sldLayoutChg>
        <pc:sldLayoutChg chg="del">
          <pc:chgData name="Lenni Lobel" userId="38f762f444469328" providerId="LiveId" clId="{3891CCCC-8B71-4625-8B7B-E5DD032F32ED}" dt="2020-02-19T14:42:43.145" v="91" actId="2696"/>
          <pc:sldLayoutMkLst>
            <pc:docMk/>
            <pc:sldMasterMk cId="1876453841" sldId="2147483674"/>
            <pc:sldLayoutMk cId="1700430047" sldId="2147483699"/>
          </pc:sldLayoutMkLst>
        </pc:sldLayoutChg>
        <pc:sldLayoutChg chg="del">
          <pc:chgData name="Lenni Lobel" userId="38f762f444469328" providerId="LiveId" clId="{3891CCCC-8B71-4625-8B7B-E5DD032F32ED}" dt="2020-02-19T14:42:43.145" v="92" actId="2696"/>
          <pc:sldLayoutMkLst>
            <pc:docMk/>
            <pc:sldMasterMk cId="1876453841" sldId="2147483674"/>
            <pc:sldLayoutMk cId="3585519741" sldId="2147483700"/>
          </pc:sldLayoutMkLst>
        </pc:sldLayoutChg>
        <pc:sldLayoutChg chg="del">
          <pc:chgData name="Lenni Lobel" userId="38f762f444469328" providerId="LiveId" clId="{3891CCCC-8B71-4625-8B7B-E5DD032F32ED}" dt="2020-02-19T14:42:43.145" v="93" actId="2696"/>
          <pc:sldLayoutMkLst>
            <pc:docMk/>
            <pc:sldMasterMk cId="1876453841" sldId="2147483674"/>
            <pc:sldLayoutMk cId="3498479911" sldId="2147483701"/>
          </pc:sldLayoutMkLst>
        </pc:sldLayoutChg>
      </pc:sldMasterChg>
      <pc:sldMasterChg chg="del delSldLayout">
        <pc:chgData name="Lenni Lobel" userId="38f762f444469328" providerId="LiveId" clId="{3891CCCC-8B71-4625-8B7B-E5DD032F32ED}" dt="2020-02-19T14:42:38.295" v="66" actId="2696"/>
        <pc:sldMasterMkLst>
          <pc:docMk/>
          <pc:sldMasterMk cId="2634170171" sldId="2147483702"/>
        </pc:sldMasterMkLst>
        <pc:sldLayoutChg chg="del">
          <pc:chgData name="Lenni Lobel" userId="38f762f444469328" providerId="LiveId" clId="{3891CCCC-8B71-4625-8B7B-E5DD032F32ED}" dt="2020-02-19T14:42:38.250" v="39" actId="2696"/>
          <pc:sldLayoutMkLst>
            <pc:docMk/>
            <pc:sldMasterMk cId="2634170171" sldId="2147483702"/>
            <pc:sldLayoutMk cId="2303036785" sldId="2147483703"/>
          </pc:sldLayoutMkLst>
        </pc:sldLayoutChg>
        <pc:sldLayoutChg chg="del">
          <pc:chgData name="Lenni Lobel" userId="38f762f444469328" providerId="LiveId" clId="{3891CCCC-8B71-4625-8B7B-E5DD032F32ED}" dt="2020-02-19T14:42:38.266" v="40" actId="2696"/>
          <pc:sldLayoutMkLst>
            <pc:docMk/>
            <pc:sldMasterMk cId="2634170171" sldId="2147483702"/>
            <pc:sldLayoutMk cId="2033928354" sldId="2147483704"/>
          </pc:sldLayoutMkLst>
        </pc:sldLayoutChg>
        <pc:sldLayoutChg chg="del">
          <pc:chgData name="Lenni Lobel" userId="38f762f444469328" providerId="LiveId" clId="{3891CCCC-8B71-4625-8B7B-E5DD032F32ED}" dt="2020-02-19T14:42:38.266" v="41" actId="2696"/>
          <pc:sldLayoutMkLst>
            <pc:docMk/>
            <pc:sldMasterMk cId="2634170171" sldId="2147483702"/>
            <pc:sldLayoutMk cId="667792840" sldId="2147483705"/>
          </pc:sldLayoutMkLst>
        </pc:sldLayoutChg>
        <pc:sldLayoutChg chg="del">
          <pc:chgData name="Lenni Lobel" userId="38f762f444469328" providerId="LiveId" clId="{3891CCCC-8B71-4625-8B7B-E5DD032F32ED}" dt="2020-02-19T14:42:38.266" v="42" actId="2696"/>
          <pc:sldLayoutMkLst>
            <pc:docMk/>
            <pc:sldMasterMk cId="2634170171" sldId="2147483702"/>
            <pc:sldLayoutMk cId="1164774176" sldId="2147483706"/>
          </pc:sldLayoutMkLst>
        </pc:sldLayoutChg>
        <pc:sldLayoutChg chg="del">
          <pc:chgData name="Lenni Lobel" userId="38f762f444469328" providerId="LiveId" clId="{3891CCCC-8B71-4625-8B7B-E5DD032F32ED}" dt="2020-02-19T14:42:38.266" v="43" actId="2696"/>
          <pc:sldLayoutMkLst>
            <pc:docMk/>
            <pc:sldMasterMk cId="2634170171" sldId="2147483702"/>
            <pc:sldLayoutMk cId="903364442" sldId="2147483707"/>
          </pc:sldLayoutMkLst>
        </pc:sldLayoutChg>
        <pc:sldLayoutChg chg="del">
          <pc:chgData name="Lenni Lobel" userId="38f762f444469328" providerId="LiveId" clId="{3891CCCC-8B71-4625-8B7B-E5DD032F32ED}" dt="2020-02-19T14:42:38.266" v="44" actId="2696"/>
          <pc:sldLayoutMkLst>
            <pc:docMk/>
            <pc:sldMasterMk cId="2634170171" sldId="2147483702"/>
            <pc:sldLayoutMk cId="1327143175" sldId="2147483708"/>
          </pc:sldLayoutMkLst>
        </pc:sldLayoutChg>
        <pc:sldLayoutChg chg="del">
          <pc:chgData name="Lenni Lobel" userId="38f762f444469328" providerId="LiveId" clId="{3891CCCC-8B71-4625-8B7B-E5DD032F32ED}" dt="2020-02-19T14:42:38.266" v="45" actId="2696"/>
          <pc:sldLayoutMkLst>
            <pc:docMk/>
            <pc:sldMasterMk cId="2634170171" sldId="2147483702"/>
            <pc:sldLayoutMk cId="1873469791" sldId="2147483709"/>
          </pc:sldLayoutMkLst>
        </pc:sldLayoutChg>
        <pc:sldLayoutChg chg="del">
          <pc:chgData name="Lenni Lobel" userId="38f762f444469328" providerId="LiveId" clId="{3891CCCC-8B71-4625-8B7B-E5DD032F32ED}" dt="2020-02-19T14:42:38.266" v="46" actId="2696"/>
          <pc:sldLayoutMkLst>
            <pc:docMk/>
            <pc:sldMasterMk cId="2634170171" sldId="2147483702"/>
            <pc:sldLayoutMk cId="1807825558" sldId="2147483710"/>
          </pc:sldLayoutMkLst>
        </pc:sldLayoutChg>
        <pc:sldLayoutChg chg="del">
          <pc:chgData name="Lenni Lobel" userId="38f762f444469328" providerId="LiveId" clId="{3891CCCC-8B71-4625-8B7B-E5DD032F32ED}" dt="2020-02-19T14:42:38.276" v="47" actId="2696"/>
          <pc:sldLayoutMkLst>
            <pc:docMk/>
            <pc:sldMasterMk cId="2634170171" sldId="2147483702"/>
            <pc:sldLayoutMk cId="3557208015" sldId="2147483711"/>
          </pc:sldLayoutMkLst>
        </pc:sldLayoutChg>
        <pc:sldLayoutChg chg="del">
          <pc:chgData name="Lenni Lobel" userId="38f762f444469328" providerId="LiveId" clId="{3891CCCC-8B71-4625-8B7B-E5DD032F32ED}" dt="2020-02-19T14:42:38.276" v="48" actId="2696"/>
          <pc:sldLayoutMkLst>
            <pc:docMk/>
            <pc:sldMasterMk cId="2634170171" sldId="2147483702"/>
            <pc:sldLayoutMk cId="3024916305" sldId="2147483712"/>
          </pc:sldLayoutMkLst>
        </pc:sldLayoutChg>
        <pc:sldLayoutChg chg="del">
          <pc:chgData name="Lenni Lobel" userId="38f762f444469328" providerId="LiveId" clId="{3891CCCC-8B71-4625-8B7B-E5DD032F32ED}" dt="2020-02-19T14:42:38.276" v="49" actId="2696"/>
          <pc:sldLayoutMkLst>
            <pc:docMk/>
            <pc:sldMasterMk cId="2634170171" sldId="2147483702"/>
            <pc:sldLayoutMk cId="119550472" sldId="2147483713"/>
          </pc:sldLayoutMkLst>
        </pc:sldLayoutChg>
        <pc:sldLayoutChg chg="del">
          <pc:chgData name="Lenni Lobel" userId="38f762f444469328" providerId="LiveId" clId="{3891CCCC-8B71-4625-8B7B-E5DD032F32ED}" dt="2020-02-19T14:42:38.276" v="50" actId="2696"/>
          <pc:sldLayoutMkLst>
            <pc:docMk/>
            <pc:sldMasterMk cId="2634170171" sldId="2147483702"/>
            <pc:sldLayoutMk cId="3276303138" sldId="2147483714"/>
          </pc:sldLayoutMkLst>
        </pc:sldLayoutChg>
        <pc:sldLayoutChg chg="del">
          <pc:chgData name="Lenni Lobel" userId="38f762f444469328" providerId="LiveId" clId="{3891CCCC-8B71-4625-8B7B-E5DD032F32ED}" dt="2020-02-19T14:42:38.276" v="51" actId="2696"/>
          <pc:sldLayoutMkLst>
            <pc:docMk/>
            <pc:sldMasterMk cId="2634170171" sldId="2147483702"/>
            <pc:sldLayoutMk cId="1485406608" sldId="2147483715"/>
          </pc:sldLayoutMkLst>
        </pc:sldLayoutChg>
        <pc:sldLayoutChg chg="del">
          <pc:chgData name="Lenni Lobel" userId="38f762f444469328" providerId="LiveId" clId="{3891CCCC-8B71-4625-8B7B-E5DD032F32ED}" dt="2020-02-19T14:42:38.276" v="52" actId="2696"/>
          <pc:sldLayoutMkLst>
            <pc:docMk/>
            <pc:sldMasterMk cId="2634170171" sldId="2147483702"/>
            <pc:sldLayoutMk cId="572521305" sldId="2147483716"/>
          </pc:sldLayoutMkLst>
        </pc:sldLayoutChg>
        <pc:sldLayoutChg chg="del">
          <pc:chgData name="Lenni Lobel" userId="38f762f444469328" providerId="LiveId" clId="{3891CCCC-8B71-4625-8B7B-E5DD032F32ED}" dt="2020-02-19T14:42:38.276" v="53" actId="2696"/>
          <pc:sldLayoutMkLst>
            <pc:docMk/>
            <pc:sldMasterMk cId="2634170171" sldId="2147483702"/>
            <pc:sldLayoutMk cId="2257075263" sldId="2147483717"/>
          </pc:sldLayoutMkLst>
        </pc:sldLayoutChg>
        <pc:sldLayoutChg chg="del">
          <pc:chgData name="Lenni Lobel" userId="38f762f444469328" providerId="LiveId" clId="{3891CCCC-8B71-4625-8B7B-E5DD032F32ED}" dt="2020-02-19T14:42:38.276" v="54" actId="2696"/>
          <pc:sldLayoutMkLst>
            <pc:docMk/>
            <pc:sldMasterMk cId="2634170171" sldId="2147483702"/>
            <pc:sldLayoutMk cId="197024388" sldId="2147483718"/>
          </pc:sldLayoutMkLst>
        </pc:sldLayoutChg>
        <pc:sldLayoutChg chg="del">
          <pc:chgData name="Lenni Lobel" userId="38f762f444469328" providerId="LiveId" clId="{3891CCCC-8B71-4625-8B7B-E5DD032F32ED}" dt="2020-02-19T14:42:38.276" v="55" actId="2696"/>
          <pc:sldLayoutMkLst>
            <pc:docMk/>
            <pc:sldMasterMk cId="2634170171" sldId="2147483702"/>
            <pc:sldLayoutMk cId="3494175839" sldId="2147483719"/>
          </pc:sldLayoutMkLst>
        </pc:sldLayoutChg>
        <pc:sldLayoutChg chg="del">
          <pc:chgData name="Lenni Lobel" userId="38f762f444469328" providerId="LiveId" clId="{3891CCCC-8B71-4625-8B7B-E5DD032F32ED}" dt="2020-02-19T14:42:38.276" v="56" actId="2696"/>
          <pc:sldLayoutMkLst>
            <pc:docMk/>
            <pc:sldMasterMk cId="2634170171" sldId="2147483702"/>
            <pc:sldLayoutMk cId="2123298829" sldId="2147483720"/>
          </pc:sldLayoutMkLst>
        </pc:sldLayoutChg>
        <pc:sldLayoutChg chg="del">
          <pc:chgData name="Lenni Lobel" userId="38f762f444469328" providerId="LiveId" clId="{3891CCCC-8B71-4625-8B7B-E5DD032F32ED}" dt="2020-02-19T14:42:38.276" v="57" actId="2696"/>
          <pc:sldLayoutMkLst>
            <pc:docMk/>
            <pc:sldMasterMk cId="2634170171" sldId="2147483702"/>
            <pc:sldLayoutMk cId="425036293" sldId="2147483721"/>
          </pc:sldLayoutMkLst>
        </pc:sldLayoutChg>
        <pc:sldLayoutChg chg="del">
          <pc:chgData name="Lenni Lobel" userId="38f762f444469328" providerId="LiveId" clId="{3891CCCC-8B71-4625-8B7B-E5DD032F32ED}" dt="2020-02-19T14:42:38.276" v="58" actId="2696"/>
          <pc:sldLayoutMkLst>
            <pc:docMk/>
            <pc:sldMasterMk cId="2634170171" sldId="2147483702"/>
            <pc:sldLayoutMk cId="4031755812" sldId="2147483722"/>
          </pc:sldLayoutMkLst>
        </pc:sldLayoutChg>
        <pc:sldLayoutChg chg="del">
          <pc:chgData name="Lenni Lobel" userId="38f762f444469328" providerId="LiveId" clId="{3891CCCC-8B71-4625-8B7B-E5DD032F32ED}" dt="2020-02-19T14:42:38.292" v="59" actId="2696"/>
          <pc:sldLayoutMkLst>
            <pc:docMk/>
            <pc:sldMasterMk cId="2634170171" sldId="2147483702"/>
            <pc:sldLayoutMk cId="3849230946" sldId="2147483723"/>
          </pc:sldLayoutMkLst>
        </pc:sldLayoutChg>
        <pc:sldLayoutChg chg="del">
          <pc:chgData name="Lenni Lobel" userId="38f762f444469328" providerId="LiveId" clId="{3891CCCC-8B71-4625-8B7B-E5DD032F32ED}" dt="2020-02-19T14:42:38.295" v="60" actId="2696"/>
          <pc:sldLayoutMkLst>
            <pc:docMk/>
            <pc:sldMasterMk cId="2634170171" sldId="2147483702"/>
            <pc:sldLayoutMk cId="934524955" sldId="2147483724"/>
          </pc:sldLayoutMkLst>
        </pc:sldLayoutChg>
        <pc:sldLayoutChg chg="del">
          <pc:chgData name="Lenni Lobel" userId="38f762f444469328" providerId="LiveId" clId="{3891CCCC-8B71-4625-8B7B-E5DD032F32ED}" dt="2020-02-19T14:42:38.295" v="61" actId="2696"/>
          <pc:sldLayoutMkLst>
            <pc:docMk/>
            <pc:sldMasterMk cId="2634170171" sldId="2147483702"/>
            <pc:sldLayoutMk cId="3182648474" sldId="2147483725"/>
          </pc:sldLayoutMkLst>
        </pc:sldLayoutChg>
        <pc:sldLayoutChg chg="del">
          <pc:chgData name="Lenni Lobel" userId="38f762f444469328" providerId="LiveId" clId="{3891CCCC-8B71-4625-8B7B-E5DD032F32ED}" dt="2020-02-19T14:42:38.295" v="62" actId="2696"/>
          <pc:sldLayoutMkLst>
            <pc:docMk/>
            <pc:sldMasterMk cId="2634170171" sldId="2147483702"/>
            <pc:sldLayoutMk cId="2420501744" sldId="2147483726"/>
          </pc:sldLayoutMkLst>
        </pc:sldLayoutChg>
        <pc:sldLayoutChg chg="del">
          <pc:chgData name="Lenni Lobel" userId="38f762f444469328" providerId="LiveId" clId="{3891CCCC-8B71-4625-8B7B-E5DD032F32ED}" dt="2020-02-19T14:42:38.295" v="63" actId="2696"/>
          <pc:sldLayoutMkLst>
            <pc:docMk/>
            <pc:sldMasterMk cId="2634170171" sldId="2147483702"/>
            <pc:sldLayoutMk cId="3106616741" sldId="2147483727"/>
          </pc:sldLayoutMkLst>
        </pc:sldLayoutChg>
        <pc:sldLayoutChg chg="del">
          <pc:chgData name="Lenni Lobel" userId="38f762f444469328" providerId="LiveId" clId="{3891CCCC-8B71-4625-8B7B-E5DD032F32ED}" dt="2020-02-19T14:42:38.295" v="64" actId="2696"/>
          <pc:sldLayoutMkLst>
            <pc:docMk/>
            <pc:sldMasterMk cId="2634170171" sldId="2147483702"/>
            <pc:sldLayoutMk cId="1701748235" sldId="2147483728"/>
          </pc:sldLayoutMkLst>
        </pc:sldLayoutChg>
        <pc:sldLayoutChg chg="del">
          <pc:chgData name="Lenni Lobel" userId="38f762f444469328" providerId="LiveId" clId="{3891CCCC-8B71-4625-8B7B-E5DD032F32ED}" dt="2020-02-19T14:42:38.295" v="65" actId="2696"/>
          <pc:sldLayoutMkLst>
            <pc:docMk/>
            <pc:sldMasterMk cId="2634170171" sldId="2147483702"/>
            <pc:sldLayoutMk cId="2427225803" sldId="2147483729"/>
          </pc:sldLayoutMkLst>
        </pc:sldLayoutChg>
      </pc:sldMasterChg>
    </pc:docChg>
  </pc:docChgLst>
  <pc:docChgLst>
    <pc:chgData name="Lenni Lobel" userId="38f762f444469328" providerId="LiveId" clId="{8B409379-49DC-4DF9-8682-EC89F66A8841}"/>
    <pc:docChg chg="undo redo custSel addSld delSld modSld sldOrd">
      <pc:chgData name="Lenni Lobel" userId="38f762f444469328" providerId="LiveId" clId="{8B409379-49DC-4DF9-8682-EC89F66A8841}" dt="2020-01-12T23:50:49.388" v="9049" actId="20577"/>
      <pc:docMkLst>
        <pc:docMk/>
      </pc:docMkLst>
      <pc:sldChg chg="modSp">
        <pc:chgData name="Lenni Lobel" userId="38f762f444469328" providerId="LiveId" clId="{8B409379-49DC-4DF9-8682-EC89F66A8841}" dt="2020-01-12T23:50:49.388" v="9049" actId="20577"/>
        <pc:sldMkLst>
          <pc:docMk/>
          <pc:sldMk cId="3143048040" sldId="610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67847916" sldId="892"/>
        </pc:sldMkLst>
      </pc:sldChg>
      <pc:sldChg chg="delSp modSp del">
        <pc:chgData name="Lenni Lobel" userId="38f762f444469328" providerId="LiveId" clId="{8B409379-49DC-4DF9-8682-EC89F66A8841}" dt="2020-01-12T23:50:03.161" v="9013" actId="2696"/>
        <pc:sldMkLst>
          <pc:docMk/>
          <pc:sldMk cId="3914383951" sldId="892"/>
        </pc:sldMkLst>
      </pc:sldChg>
      <pc:sldChg chg="modSp add del ord">
        <pc:chgData name="Lenni Lobel" userId="38f762f444469328" providerId="LiveId" clId="{8B409379-49DC-4DF9-8682-EC89F66A8841}" dt="2020-01-12T23:50:03.161" v="9013" actId="2696"/>
        <pc:sldMkLst>
          <pc:docMk/>
          <pc:sldMk cId="615001039" sldId="983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2666387079" sldId="983"/>
        </pc:sldMkLst>
      </pc:sldChg>
      <pc:sldChg chg="modSp del modAnim">
        <pc:chgData name="Lenni Lobel" userId="38f762f444469328" providerId="LiveId" clId="{8B409379-49DC-4DF9-8682-EC89F66A8841}" dt="2020-01-12T23:48:48.195" v="9005" actId="47"/>
        <pc:sldMkLst>
          <pc:docMk/>
          <pc:sldMk cId="3949019478" sldId="992"/>
        </pc:sldMkLst>
      </pc:sldChg>
      <pc:sldChg chg="add del ord">
        <pc:chgData name="Lenni Lobel" userId="38f762f444469328" providerId="LiveId" clId="{8B409379-49DC-4DF9-8682-EC89F66A8841}" dt="2020-01-11T19:11:20.955" v="3"/>
        <pc:sldMkLst>
          <pc:docMk/>
          <pc:sldMk cId="11607876" sldId="1126"/>
        </pc:sldMkLst>
      </pc:sldChg>
      <pc:sldChg chg="modSp add">
        <pc:chgData name="Lenni Lobel" userId="38f762f444469328" providerId="LiveId" clId="{8B409379-49DC-4DF9-8682-EC89F66A8841}" dt="2020-01-12T23:50:14.611" v="9042" actId="20577"/>
        <pc:sldMkLst>
          <pc:docMk/>
          <pc:sldMk cId="3814294745" sldId="1126"/>
        </pc:sldMkLst>
      </pc:sldChg>
      <pc:sldChg chg="addSp delSp modSp add del ord delAnim">
        <pc:chgData name="Lenni Lobel" userId="38f762f444469328" providerId="LiveId" clId="{8B409379-49DC-4DF9-8682-EC89F66A8841}" dt="2020-01-11T20:21:23.325" v="2283" actId="47"/>
        <pc:sldMkLst>
          <pc:docMk/>
          <pc:sldMk cId="3739343469" sldId="1127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3331253355" sldId="1128"/>
        </pc:sldMkLst>
      </pc:sldChg>
      <pc:sldChg chg="modSp add del ord modNotesTx">
        <pc:chgData name="Lenni Lobel" userId="38f762f444469328" providerId="LiveId" clId="{8B409379-49DC-4DF9-8682-EC89F66A8841}" dt="2020-01-12T23:50:03.161" v="9013" actId="2696"/>
        <pc:sldMkLst>
          <pc:docMk/>
          <pc:sldMk cId="3369315349" sldId="1128"/>
        </pc:sldMkLst>
      </pc:sldChg>
      <pc:sldChg chg="addSp delSp modSp add del">
        <pc:chgData name="Lenni Lobel" userId="38f762f444469328" providerId="LiveId" clId="{8B409379-49DC-4DF9-8682-EC89F66A8841}" dt="2020-01-11T20:09:41.242" v="1617" actId="47"/>
        <pc:sldMkLst>
          <pc:docMk/>
          <pc:sldMk cId="3814695439" sldId="1129"/>
        </pc:sldMkLst>
      </pc:sldChg>
      <pc:sldChg chg="addSp delSp modSp add del">
        <pc:chgData name="Lenni Lobel" userId="38f762f444469328" providerId="LiveId" clId="{8B409379-49DC-4DF9-8682-EC89F66A8841}" dt="2020-01-11T20:21:23.325" v="2283" actId="47"/>
        <pc:sldMkLst>
          <pc:docMk/>
          <pc:sldMk cId="3930568073" sldId="1130"/>
        </pc:sldMkLst>
      </pc:sldChg>
      <pc:sldChg chg="add del">
        <pc:chgData name="Lenni Lobel" userId="38f762f444469328" providerId="LiveId" clId="{8B409379-49DC-4DF9-8682-EC89F66A8841}" dt="2020-01-11T19:41:29.968" v="1067" actId="47"/>
        <pc:sldMkLst>
          <pc:docMk/>
          <pc:sldMk cId="822331279" sldId="1131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1470321535" sldId="1132"/>
        </pc:sldMkLst>
      </pc:sldChg>
      <pc:sldChg chg="addSp delSp modSp add del modAnim modNotesTx">
        <pc:chgData name="Lenni Lobel" userId="38f762f444469328" providerId="LiveId" clId="{8B409379-49DC-4DF9-8682-EC89F66A8841}" dt="2020-01-12T23:50:03.161" v="9013" actId="2696"/>
        <pc:sldMkLst>
          <pc:docMk/>
          <pc:sldMk cId="2840291949" sldId="1132"/>
        </pc:sldMkLst>
      </pc:sldChg>
      <pc:sldChg chg="addSp modSp add del ord">
        <pc:chgData name="Lenni Lobel" userId="38f762f444469328" providerId="LiveId" clId="{8B409379-49DC-4DF9-8682-EC89F66A8841}" dt="2020-01-12T23:20:30.718" v="8227" actId="47"/>
        <pc:sldMkLst>
          <pc:docMk/>
          <pc:sldMk cId="1704922831" sldId="1133"/>
        </pc:sldMkLst>
      </pc:sldChg>
      <pc:sldChg chg="modSp add del">
        <pc:chgData name="Lenni Lobel" userId="38f762f444469328" providerId="LiveId" clId="{8B409379-49DC-4DF9-8682-EC89F66A8841}" dt="2020-01-12T21:55:47.282" v="5719" actId="47"/>
        <pc:sldMkLst>
          <pc:docMk/>
          <pc:sldMk cId="2065390870" sldId="1134"/>
        </pc:sldMkLst>
      </pc:sldChg>
      <pc:sldChg chg="add del">
        <pc:chgData name="Lenni Lobel" userId="38f762f444469328" providerId="LiveId" clId="{8B409379-49DC-4DF9-8682-EC89F66A8841}" dt="2020-01-11T20:32:25.212" v="2668"/>
        <pc:sldMkLst>
          <pc:docMk/>
          <pc:sldMk cId="2432742059" sldId="1134"/>
        </pc:sldMkLst>
      </pc:sldChg>
      <pc:sldChg chg="modSp add del">
        <pc:chgData name="Lenni Lobel" userId="38f762f444469328" providerId="LiveId" clId="{8B409379-49DC-4DF9-8682-EC89F66A8841}" dt="2020-01-12T23:50:03.161" v="9013" actId="2696"/>
        <pc:sldMkLst>
          <pc:docMk/>
          <pc:sldMk cId="920341930" sldId="1135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3155996541" sldId="1135"/>
        </pc:sldMkLst>
      </pc:sldChg>
      <pc:sldChg chg="addSp delSp modSp add delAnim modAnim modNotesTx">
        <pc:chgData name="Lenni Lobel" userId="38f762f444469328" providerId="LiveId" clId="{8B409379-49DC-4DF9-8682-EC89F66A8841}" dt="2020-01-12T23:49:02.545" v="9012" actId="27636"/>
        <pc:sldMkLst>
          <pc:docMk/>
          <pc:sldMk cId="4265533736" sldId="1136"/>
        </pc:sldMkLst>
      </pc:sldChg>
      <pc:sldChg chg="addSp delSp modSp add del modNotesTx">
        <pc:chgData name="Lenni Lobel" userId="38f762f444469328" providerId="LiveId" clId="{8B409379-49DC-4DF9-8682-EC89F66A8841}" dt="2020-01-12T23:50:03.161" v="9013" actId="2696"/>
        <pc:sldMkLst>
          <pc:docMk/>
          <pc:sldMk cId="1894259881" sldId="1137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4002770163" sldId="1137"/>
        </pc:sldMkLst>
      </pc:sldChg>
      <pc:sldChg chg="modSp add del">
        <pc:chgData name="Lenni Lobel" userId="38f762f444469328" providerId="LiveId" clId="{8B409379-49DC-4DF9-8682-EC89F66A8841}" dt="2020-01-12T23:50:03.161" v="9013" actId="2696"/>
        <pc:sldMkLst>
          <pc:docMk/>
          <pc:sldMk cId="1575648533" sldId="1138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2734624263" sldId="1138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416775242" sldId="1139"/>
        </pc:sldMkLst>
      </pc:sldChg>
      <pc:sldChg chg="modSp add del">
        <pc:chgData name="Lenni Lobel" userId="38f762f444469328" providerId="LiveId" clId="{8B409379-49DC-4DF9-8682-EC89F66A8841}" dt="2020-01-12T23:50:03.161" v="9013" actId="2696"/>
        <pc:sldMkLst>
          <pc:docMk/>
          <pc:sldMk cId="2048167778" sldId="1139"/>
        </pc:sldMkLst>
      </pc:sldChg>
      <pc:sldChg chg="add del ord">
        <pc:chgData name="Lenni Lobel" userId="38f762f444469328" providerId="LiveId" clId="{8B409379-49DC-4DF9-8682-EC89F66A8841}" dt="2020-01-12T21:56:22.303" v="5752" actId="47"/>
        <pc:sldMkLst>
          <pc:docMk/>
          <pc:sldMk cId="3647316017" sldId="1139"/>
        </pc:sldMkLst>
      </pc:sldChg>
      <pc:sldChg chg="modSp add del">
        <pc:chgData name="Lenni Lobel" userId="38f762f444469328" providerId="LiveId" clId="{8B409379-49DC-4DF9-8682-EC89F66A8841}" dt="2020-01-12T21:40:26.794" v="4531" actId="47"/>
        <pc:sldMkLst>
          <pc:docMk/>
          <pc:sldMk cId="3980884979" sldId="1139"/>
        </pc:sldMkLst>
      </pc:sldChg>
      <pc:sldChg chg="addSp delSp modSp add del">
        <pc:chgData name="Lenni Lobel" userId="38f762f444469328" providerId="LiveId" clId="{8B409379-49DC-4DF9-8682-EC89F66A8841}" dt="2020-01-12T22:46:00.375" v="7521" actId="47"/>
        <pc:sldMkLst>
          <pc:docMk/>
          <pc:sldMk cId="3706881708" sldId="1140"/>
        </pc:sldMkLst>
      </pc:sldChg>
      <pc:sldChg chg="addSp delSp modSp add del delAnim modAnim">
        <pc:chgData name="Lenni Lobel" userId="38f762f444469328" providerId="LiveId" clId="{8B409379-49DC-4DF9-8682-EC89F66A8841}" dt="2020-01-12T23:50:03.161" v="9013" actId="2696"/>
        <pc:sldMkLst>
          <pc:docMk/>
          <pc:sldMk cId="994115158" sldId="1141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3385091621" sldId="1141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524101803" sldId="1142"/>
        </pc:sldMkLst>
      </pc:sldChg>
      <pc:sldChg chg="addSp delSp modSp add del modAnim">
        <pc:chgData name="Lenni Lobel" userId="38f762f444469328" providerId="LiveId" clId="{8B409379-49DC-4DF9-8682-EC89F66A8841}" dt="2020-01-12T23:50:03.161" v="9013" actId="2696"/>
        <pc:sldMkLst>
          <pc:docMk/>
          <pc:sldMk cId="3486628319" sldId="1142"/>
        </pc:sldMkLst>
      </pc:sldChg>
      <pc:sldChg chg="modSp add del ord">
        <pc:chgData name="Lenni Lobel" userId="38f762f444469328" providerId="LiveId" clId="{8B409379-49DC-4DF9-8682-EC89F66A8841}" dt="2020-01-12T23:50:03.161" v="9013" actId="2696"/>
        <pc:sldMkLst>
          <pc:docMk/>
          <pc:sldMk cId="2793740016" sldId="1143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3652778174" sldId="1143"/>
        </pc:sldMkLst>
      </pc:sldChg>
      <pc:sldChg chg="modSp add del ord">
        <pc:chgData name="Lenni Lobel" userId="38f762f444469328" providerId="LiveId" clId="{8B409379-49DC-4DF9-8682-EC89F66A8841}" dt="2020-01-12T22:48:25.110" v="7619" actId="47"/>
        <pc:sldMkLst>
          <pc:docMk/>
          <pc:sldMk cId="3039244955" sldId="1144"/>
        </pc:sldMkLst>
      </pc:sldChg>
      <pc:sldChg chg="addSp modSp add del ord">
        <pc:chgData name="Lenni Lobel" userId="38f762f444469328" providerId="LiveId" clId="{8B409379-49DC-4DF9-8682-EC89F66A8841}" dt="2020-01-12T23:23:03.614" v="8313" actId="47"/>
        <pc:sldMkLst>
          <pc:docMk/>
          <pc:sldMk cId="1015192678" sldId="1145"/>
        </pc:sldMkLst>
      </pc:sldChg>
      <pc:sldChg chg="modSp add del">
        <pc:chgData name="Lenni Lobel" userId="38f762f444469328" providerId="LiveId" clId="{8B409379-49DC-4DF9-8682-EC89F66A8841}" dt="2020-01-12T22:55:59.948" v="7946" actId="2696"/>
        <pc:sldMkLst>
          <pc:docMk/>
          <pc:sldMk cId="3524489389" sldId="1146"/>
        </pc:sldMkLst>
      </pc:sldChg>
      <pc:sldChg chg="add del ord">
        <pc:chgData name="Lenni Lobel" userId="38f762f444469328" providerId="LiveId" clId="{8B409379-49DC-4DF9-8682-EC89F66A8841}" dt="2020-01-12T23:31:02.442" v="8390" actId="47"/>
        <pc:sldMkLst>
          <pc:docMk/>
          <pc:sldMk cId="4033532854" sldId="1146"/>
        </pc:sldMkLst>
      </pc:sldChg>
      <pc:sldChg chg="modSp add del ord">
        <pc:chgData name="Lenni Lobel" userId="38f762f444469328" providerId="LiveId" clId="{8B409379-49DC-4DF9-8682-EC89F66A8841}" dt="2020-01-12T23:23:16.361" v="8316" actId="47"/>
        <pc:sldMkLst>
          <pc:docMk/>
          <pc:sldMk cId="718085393" sldId="1147"/>
        </pc:sldMkLst>
      </pc:sldChg>
      <pc:sldChg chg="modSp add del ord">
        <pc:chgData name="Lenni Lobel" userId="38f762f444469328" providerId="LiveId" clId="{8B409379-49DC-4DF9-8682-EC89F66A8841}" dt="2020-01-12T22:51:20.300" v="7723" actId="47"/>
        <pc:sldMkLst>
          <pc:docMk/>
          <pc:sldMk cId="1467771159" sldId="1147"/>
        </pc:sldMkLst>
      </pc:sldChg>
      <pc:sldChg chg="modSp add del ord">
        <pc:chgData name="Lenni Lobel" userId="38f762f444469328" providerId="LiveId" clId="{8B409379-49DC-4DF9-8682-EC89F66A8841}" dt="2020-01-12T23:27:36.208" v="8372" actId="47"/>
        <pc:sldMkLst>
          <pc:docMk/>
          <pc:sldMk cId="2979334496" sldId="1148"/>
        </pc:sldMkLst>
      </pc:sldChg>
      <pc:sldChg chg="add del">
        <pc:chgData name="Lenni Lobel" userId="38f762f444469328" providerId="LiveId" clId="{8B409379-49DC-4DF9-8682-EC89F66A8841}" dt="2020-01-12T22:51:07.105" v="7722" actId="47"/>
        <pc:sldMkLst>
          <pc:docMk/>
          <pc:sldMk cId="4193707501" sldId="1148"/>
        </pc:sldMkLst>
      </pc:sldChg>
      <pc:sldChg chg="modSp add del">
        <pc:chgData name="Lenni Lobel" userId="38f762f444469328" providerId="LiveId" clId="{8B409379-49DC-4DF9-8682-EC89F66A8841}" dt="2020-01-12T22:55:59.948" v="7946" actId="2696"/>
        <pc:sldMkLst>
          <pc:docMk/>
          <pc:sldMk cId="89231672" sldId="1149"/>
        </pc:sldMkLst>
      </pc:sldChg>
      <pc:sldChg chg="add del ord">
        <pc:chgData name="Lenni Lobel" userId="38f762f444469328" providerId="LiveId" clId="{8B409379-49DC-4DF9-8682-EC89F66A8841}" dt="2020-01-12T23:31:24.034" v="8394" actId="47"/>
        <pc:sldMkLst>
          <pc:docMk/>
          <pc:sldMk cId="2904333454" sldId="1149"/>
        </pc:sldMkLst>
      </pc:sldChg>
      <pc:sldChg chg="modSp add del">
        <pc:chgData name="Lenni Lobel" userId="38f762f444469328" providerId="LiveId" clId="{8B409379-49DC-4DF9-8682-EC89F66A8841}" dt="2020-01-12T22:55:05.907" v="7905" actId="47"/>
        <pc:sldMkLst>
          <pc:docMk/>
          <pc:sldMk cId="3545982644" sldId="1150"/>
        </pc:sldMkLst>
      </pc:sldChg>
      <pc:sldChg chg="add del ord">
        <pc:chgData name="Lenni Lobel" userId="38f762f444469328" providerId="LiveId" clId="{8B409379-49DC-4DF9-8682-EC89F66A8841}" dt="2020-01-12T23:31:38.286" v="8396" actId="47"/>
        <pc:sldMkLst>
          <pc:docMk/>
          <pc:sldMk cId="1490828377" sldId="1151"/>
        </pc:sldMkLst>
      </pc:sldChg>
      <pc:sldChg chg="modSp add del">
        <pc:chgData name="Lenni Lobel" userId="38f762f444469328" providerId="LiveId" clId="{8B409379-49DC-4DF9-8682-EC89F66A8841}" dt="2020-01-12T22:55:59.948" v="7946" actId="2696"/>
        <pc:sldMkLst>
          <pc:docMk/>
          <pc:sldMk cId="3261368491" sldId="1151"/>
        </pc:sldMkLst>
      </pc:sldChg>
      <pc:sldChg chg="add del">
        <pc:chgData name="Lenni Lobel" userId="38f762f444469328" providerId="LiveId" clId="{8B409379-49DC-4DF9-8682-EC89F66A8841}" dt="2020-01-12T22:55:51.445" v="7945" actId="47"/>
        <pc:sldMkLst>
          <pc:docMk/>
          <pc:sldMk cId="3135954222" sldId="1152"/>
        </pc:sldMkLst>
      </pc:sldChg>
      <pc:sldChg chg="addSp delSp modSp add del">
        <pc:chgData name="Lenni Lobel" userId="38f762f444469328" providerId="LiveId" clId="{8B409379-49DC-4DF9-8682-EC89F66A8841}" dt="2020-01-12T23:02:36.873" v="7980" actId="47"/>
        <pc:sldMkLst>
          <pc:docMk/>
          <pc:sldMk cId="4120301105" sldId="1153"/>
        </pc:sldMkLst>
      </pc:sldChg>
      <pc:sldChg chg="modSp add del">
        <pc:chgData name="Lenni Lobel" userId="38f762f444469328" providerId="LiveId" clId="{8B409379-49DC-4DF9-8682-EC89F66A8841}" dt="2020-01-12T22:55:59.948" v="7946" actId="2696"/>
        <pc:sldMkLst>
          <pc:docMk/>
          <pc:sldMk cId="286732542" sldId="1154"/>
        </pc:sldMkLst>
      </pc:sldChg>
      <pc:sldChg chg="add del ord">
        <pc:chgData name="Lenni Lobel" userId="38f762f444469328" providerId="LiveId" clId="{8B409379-49DC-4DF9-8682-EC89F66A8841}" dt="2020-01-12T23:31:36.596" v="8395" actId="47"/>
        <pc:sldMkLst>
          <pc:docMk/>
          <pc:sldMk cId="3196194561" sldId="1154"/>
        </pc:sldMkLst>
      </pc:sldChg>
      <pc:sldChg chg="addSp delSp modSp add del modAnim">
        <pc:chgData name="Lenni Lobel" userId="38f762f444469328" providerId="LiveId" clId="{8B409379-49DC-4DF9-8682-EC89F66A8841}" dt="2020-01-12T23:16:56.281" v="8212" actId="47"/>
        <pc:sldMkLst>
          <pc:docMk/>
          <pc:sldMk cId="169468967" sldId="1155"/>
        </pc:sldMkLst>
      </pc:sldChg>
      <pc:sldChg chg="modSp add del modAnim modNotesTx">
        <pc:chgData name="Lenni Lobel" userId="38f762f444469328" providerId="LiveId" clId="{8B409379-49DC-4DF9-8682-EC89F66A8841}" dt="2020-01-12T23:50:03.161" v="9013" actId="2696"/>
        <pc:sldMkLst>
          <pc:docMk/>
          <pc:sldMk cId="1788694778" sldId="1155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2242946908" sldId="1155"/>
        </pc:sldMkLst>
      </pc:sldChg>
      <pc:sldChg chg="addSp delSp modSp add del addAnim delAnim modAnim">
        <pc:chgData name="Lenni Lobel" userId="38f762f444469328" providerId="LiveId" clId="{8B409379-49DC-4DF9-8682-EC89F66A8841}" dt="2020-01-12T22:59:06.447" v="7968" actId="47"/>
        <pc:sldMkLst>
          <pc:docMk/>
          <pc:sldMk cId="2481651528" sldId="1155"/>
        </pc:sldMkLst>
      </pc:sldChg>
      <pc:sldChg chg="modSp add del modNotesTx">
        <pc:chgData name="Lenni Lobel" userId="38f762f444469328" providerId="LiveId" clId="{8B409379-49DC-4DF9-8682-EC89F66A8841}" dt="2020-01-12T23:50:03.161" v="9013" actId="2696"/>
        <pc:sldMkLst>
          <pc:docMk/>
          <pc:sldMk cId="147763382" sldId="1156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1797684805" sldId="1156"/>
        </pc:sldMkLst>
      </pc:sldChg>
      <pc:sldChg chg="modSp add del ord">
        <pc:chgData name="Lenni Lobel" userId="38f762f444469328" providerId="LiveId" clId="{8B409379-49DC-4DF9-8682-EC89F66A8841}" dt="2020-01-12T23:25:31.119" v="8338" actId="47"/>
        <pc:sldMkLst>
          <pc:docMk/>
          <pc:sldMk cId="606976873" sldId="1157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1371136471" sldId="1158"/>
        </pc:sldMkLst>
      </pc:sldChg>
      <pc:sldChg chg="modSp add del">
        <pc:chgData name="Lenni Lobel" userId="38f762f444469328" providerId="LiveId" clId="{8B409379-49DC-4DF9-8682-EC89F66A8841}" dt="2020-01-12T23:50:03.161" v="9013" actId="2696"/>
        <pc:sldMkLst>
          <pc:docMk/>
          <pc:sldMk cId="3002840544" sldId="1158"/>
        </pc:sldMkLst>
      </pc:sldChg>
      <pc:sldChg chg="add del">
        <pc:chgData name="Lenni Lobel" userId="38f762f444469328" providerId="LiveId" clId="{8B409379-49DC-4DF9-8682-EC89F66A8841}" dt="2020-01-12T23:25:24.248" v="8336"/>
        <pc:sldMkLst>
          <pc:docMk/>
          <pc:sldMk cId="4260386510" sldId="1158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2444001586" sldId="1159"/>
        </pc:sldMkLst>
      </pc:sldChg>
      <pc:sldChg chg="modSp add del">
        <pc:chgData name="Lenni Lobel" userId="38f762f444469328" providerId="LiveId" clId="{8B409379-49DC-4DF9-8682-EC89F66A8841}" dt="2020-01-12T23:50:03.161" v="9013" actId="2696"/>
        <pc:sldMkLst>
          <pc:docMk/>
          <pc:sldMk cId="3454235227" sldId="1159"/>
        </pc:sldMkLst>
      </pc:sldChg>
      <pc:sldChg chg="modSp add del ord">
        <pc:chgData name="Lenni Lobel" userId="38f762f444469328" providerId="LiveId" clId="{8B409379-49DC-4DF9-8682-EC89F66A8841}" dt="2020-01-12T23:50:03.161" v="9013" actId="2696"/>
        <pc:sldMkLst>
          <pc:docMk/>
          <pc:sldMk cId="1207041185" sldId="1160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2793203139" sldId="1160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178214079" sldId="1161"/>
        </pc:sldMkLst>
      </pc:sldChg>
      <pc:sldChg chg="modSp add del">
        <pc:chgData name="Lenni Lobel" userId="38f762f444469328" providerId="LiveId" clId="{8B409379-49DC-4DF9-8682-EC89F66A8841}" dt="2020-01-12T23:50:03.161" v="9013" actId="2696"/>
        <pc:sldMkLst>
          <pc:docMk/>
          <pc:sldMk cId="729508398" sldId="1161"/>
        </pc:sldMkLst>
      </pc:sldChg>
      <pc:sldChg chg="modSp add del">
        <pc:chgData name="Lenni Lobel" userId="38f762f444469328" providerId="LiveId" clId="{8B409379-49DC-4DF9-8682-EC89F66A8841}" dt="2020-01-12T23:50:03.161" v="9013" actId="2696"/>
        <pc:sldMkLst>
          <pc:docMk/>
          <pc:sldMk cId="1968202446" sldId="1162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2409326586" sldId="1162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2091731366" sldId="1163"/>
        </pc:sldMkLst>
      </pc:sldChg>
      <pc:sldChg chg="modSp add del">
        <pc:chgData name="Lenni Lobel" userId="38f762f444469328" providerId="LiveId" clId="{8B409379-49DC-4DF9-8682-EC89F66A8841}" dt="2020-01-12T23:50:03.161" v="9013" actId="2696"/>
        <pc:sldMkLst>
          <pc:docMk/>
          <pc:sldMk cId="4189464863" sldId="1163"/>
        </pc:sldMkLst>
      </pc:sldChg>
      <pc:sldChg chg="add ord">
        <pc:chgData name="Lenni Lobel" userId="38f762f444469328" providerId="LiveId" clId="{8B409379-49DC-4DF9-8682-EC89F66A8841}" dt="2020-01-12T23:50:40.086" v="9044"/>
        <pc:sldMkLst>
          <pc:docMk/>
          <pc:sldMk cId="3402750998" sldId="1164"/>
        </pc:sldMkLst>
      </pc:sldChg>
      <pc:sldChg chg="modSp add del">
        <pc:chgData name="Lenni Lobel" userId="38f762f444469328" providerId="LiveId" clId="{8B409379-49DC-4DF9-8682-EC89F66A8841}" dt="2020-01-12T23:50:03.161" v="9013" actId="2696"/>
        <pc:sldMkLst>
          <pc:docMk/>
          <pc:sldMk cId="3680610476" sldId="1164"/>
        </pc:sldMkLst>
      </pc:sldChg>
    </pc:docChg>
  </pc:docChgLst>
  <pc:docChgLst>
    <pc:chgData name="Lenni Lobel" userId="38f762f444469328" providerId="LiveId" clId="{0D129842-3EEC-4AA8-B450-518B3BEF8307}"/>
    <pc:docChg chg="delSld">
      <pc:chgData name="Lenni Lobel" userId="38f762f444469328" providerId="LiveId" clId="{0D129842-3EEC-4AA8-B450-518B3BEF8307}" dt="2025-07-06T04:45:46.262" v="2" actId="47"/>
      <pc:docMkLst>
        <pc:docMk/>
      </pc:docMkLst>
      <pc:sldChg chg="del">
        <pc:chgData name="Lenni Lobel" userId="38f762f444469328" providerId="LiveId" clId="{0D129842-3EEC-4AA8-B450-518B3BEF8307}" dt="2025-07-06T04:44:48.683" v="0" actId="47"/>
        <pc:sldMkLst>
          <pc:docMk/>
          <pc:sldMk cId="3155996541" sldId="1135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416775242" sldId="1139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406262182" sldId="1164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2543228877" sldId="1189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196621941" sldId="1201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252219793" sldId="1202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052324524" sldId="1270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897604562" sldId="1271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95515693" sldId="1273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202512976" sldId="1275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508930557" sldId="1281"/>
        </pc:sldMkLst>
      </pc:sldChg>
      <pc:sldChg chg="del">
        <pc:chgData name="Lenni Lobel" userId="38f762f444469328" providerId="LiveId" clId="{0D129842-3EEC-4AA8-B450-518B3BEF8307}" dt="2025-07-06T04:45:46.262" v="2" actId="47"/>
        <pc:sldMkLst>
          <pc:docMk/>
          <pc:sldMk cId="523349954" sldId="1282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958372042" sldId="1283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2450567463" sldId="1294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77212048" sldId="1295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4226717314" sldId="1297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2057033792" sldId="1298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2439339174" sldId="1299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96099531" sldId="1301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964670734" sldId="1302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130080014" sldId="1304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706472639" sldId="1305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391042722" sldId="1306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911940378" sldId="1307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457985595" sldId="1308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223833715" sldId="1309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2565208722" sldId="1310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931145916" sldId="1311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383342264" sldId="1312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063423569" sldId="1313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915449917" sldId="1314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379763522" sldId="1315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47431129" sldId="1316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278276096" sldId="1317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312823565" sldId="1318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679148376" sldId="1319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7525285" sldId="1320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4166646050" sldId="1321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353936796" sldId="1322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705234003" sldId="1323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962345225" sldId="1325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644529612" sldId="1326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2597080828" sldId="1327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932981131" sldId="1328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957956926" sldId="1329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2891341244" sldId="1330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4114815789" sldId="1331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4281235464" sldId="1332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261266731" sldId="1335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2190212000" sldId="1339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470659990" sldId="1340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056626732" sldId="1341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706300002" sldId="1344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966169688" sldId="1345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2374370903" sldId="1346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3847337" sldId="1347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345115942" sldId="1348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91386590" sldId="1349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87471453" sldId="1361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081942467" sldId="1362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223137882" sldId="1363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2562155369" sldId="1364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282526466" sldId="1365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4190257950" sldId="1367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014401630" sldId="1368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515208482" sldId="1369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2760326811" sldId="1370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630869332" sldId="1371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2848695" sldId="1372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2637945934" sldId="1373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511971986" sldId="1374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163207446" sldId="1375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2943080842" sldId="1376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735398001" sldId="1377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2771251659" sldId="1378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448217833" sldId="1379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96601099" sldId="1380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508282084" sldId="1381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144364165" sldId="1382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4200783994" sldId="1383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287985924" sldId="1384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101560563" sldId="1385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2209062411" sldId="1386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844380970" sldId="1388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1056027372" sldId="1391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3841206322" sldId="1392"/>
        </pc:sldMkLst>
      </pc:sldChg>
      <pc:sldChg chg="del">
        <pc:chgData name="Lenni Lobel" userId="38f762f444469328" providerId="LiveId" clId="{0D129842-3EEC-4AA8-B450-518B3BEF8307}" dt="2025-07-06T04:44:48.683" v="0" actId="47"/>
        <pc:sldMkLst>
          <pc:docMk/>
          <pc:sldMk cId="558870829" sldId="1394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828222344" sldId="1413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980072117" sldId="1414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272631545" sldId="1415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604155960" sldId="1416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807469605" sldId="1417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095984457" sldId="1418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781967817" sldId="1419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669983260" sldId="1420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423350572" sldId="1421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143579353" sldId="1423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074890018" sldId="1424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904175743" sldId="1425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301658677" sldId="1426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801913328" sldId="1427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784108694" sldId="1428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839595588" sldId="1429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4235246996" sldId="1430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895463293" sldId="1431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544523095" sldId="1432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622853705" sldId="1438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598927752" sldId="1441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982987102" sldId="1442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763570867" sldId="1443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526012993" sldId="1444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722223859" sldId="1446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428169056" sldId="1447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383564029" sldId="1448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521671017" sldId="1449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05235877" sldId="1450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226774968" sldId="1451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170851093" sldId="1452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573665601" sldId="1453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428582581" sldId="1454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427207024" sldId="1455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3909599" sldId="1456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940604643" sldId="1457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320620818" sldId="1458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57210562" sldId="1459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121088501" sldId="1460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517518939" sldId="1461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608323395" sldId="1462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577723487" sldId="1463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242618048" sldId="1464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606744211" sldId="1465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669314488" sldId="1466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416941822" sldId="1467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676828531" sldId="1468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373926502" sldId="1469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4192793890" sldId="1470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992705188" sldId="1471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964091748" sldId="1472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651407156" sldId="1473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376848250" sldId="1474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587451037" sldId="1475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606940944" sldId="1476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444094829" sldId="1478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990117170" sldId="1479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42719685" sldId="1480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3794873383" sldId="1481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797334621" sldId="1482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938460172" sldId="1483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277946919" sldId="1484"/>
        </pc:sldMkLst>
      </pc:sldChg>
      <pc:sldChg chg="del">
        <pc:chgData name="Lenni Lobel" userId="38f762f444469328" providerId="LiveId" clId="{0D129842-3EEC-4AA8-B450-518B3BEF8307}" dt="2025-07-06T04:44:55.454" v="1" actId="47"/>
        <pc:sldMkLst>
          <pc:docMk/>
          <pc:sldMk cId="1249024680" sldId="1486"/>
        </pc:sldMkLst>
      </pc:sldChg>
    </pc:docChg>
  </pc:docChgLst>
  <pc:docChgLst>
    <pc:chgData name="Lenni Lobel" userId="38f762f444469328" providerId="LiveId" clId="{8E72B6CF-AC8F-4901-8240-2A5002DBCA06}"/>
    <pc:docChg chg="undo redo custSel addSld delSld modSld sldOrd">
      <pc:chgData name="Lenni Lobel" userId="38f762f444469328" providerId="LiveId" clId="{8E72B6CF-AC8F-4901-8240-2A5002DBCA06}" dt="2020-02-19T14:32:16.357" v="1688" actId="47"/>
      <pc:docMkLst>
        <pc:docMk/>
      </pc:docMkLst>
      <pc:sldChg chg="modSp modAnim">
        <pc:chgData name="Lenni Lobel" userId="38f762f444469328" providerId="LiveId" clId="{8E72B6CF-AC8F-4901-8240-2A5002DBCA06}" dt="2020-02-18T18:17:18.885" v="11" actId="6549"/>
        <pc:sldMkLst>
          <pc:docMk/>
          <pc:sldMk cId="3331253355" sldId="1128"/>
        </pc:sldMkLst>
      </pc:sldChg>
      <pc:sldChg chg="del">
        <pc:chgData name="Lenni Lobel" userId="38f762f444469328" providerId="LiveId" clId="{8E72B6CF-AC8F-4901-8240-2A5002DBCA06}" dt="2020-02-18T20:36:13.140" v="636" actId="47"/>
        <pc:sldMkLst>
          <pc:docMk/>
          <pc:sldMk cId="3385091621" sldId="1141"/>
        </pc:sldMkLst>
      </pc:sldChg>
      <pc:sldChg chg="del">
        <pc:chgData name="Lenni Lobel" userId="38f762f444469328" providerId="LiveId" clId="{8E72B6CF-AC8F-4901-8240-2A5002DBCA06}" dt="2020-02-18T20:36:13.140" v="636" actId="47"/>
        <pc:sldMkLst>
          <pc:docMk/>
          <pc:sldMk cId="524101803" sldId="1142"/>
        </pc:sldMkLst>
      </pc:sldChg>
      <pc:sldChg chg="del">
        <pc:chgData name="Lenni Lobel" userId="38f762f444469328" providerId="LiveId" clId="{8E72B6CF-AC8F-4901-8240-2A5002DBCA06}" dt="2020-02-19T13:54:25.496" v="1485" actId="47"/>
        <pc:sldMkLst>
          <pc:docMk/>
          <pc:sldMk cId="4116329245" sldId="1190"/>
        </pc:sldMkLst>
      </pc:sldChg>
      <pc:sldChg chg="del">
        <pc:chgData name="Lenni Lobel" userId="38f762f444469328" providerId="LiveId" clId="{8E72B6CF-AC8F-4901-8240-2A5002DBCA06}" dt="2020-02-19T13:54:25.496" v="1485" actId="47"/>
        <pc:sldMkLst>
          <pc:docMk/>
          <pc:sldMk cId="481391573" sldId="1195"/>
        </pc:sldMkLst>
      </pc:sldChg>
      <pc:sldChg chg="del">
        <pc:chgData name="Lenni Lobel" userId="38f762f444469328" providerId="LiveId" clId="{8E72B6CF-AC8F-4901-8240-2A5002DBCA06}" dt="2020-02-19T13:54:25.496" v="1485" actId="47"/>
        <pc:sldMkLst>
          <pc:docMk/>
          <pc:sldMk cId="2899111042" sldId="1196"/>
        </pc:sldMkLst>
      </pc:sldChg>
      <pc:sldChg chg="del">
        <pc:chgData name="Lenni Lobel" userId="38f762f444469328" providerId="LiveId" clId="{8E72B6CF-AC8F-4901-8240-2A5002DBCA06}" dt="2020-02-19T13:54:25.496" v="1485" actId="47"/>
        <pc:sldMkLst>
          <pc:docMk/>
          <pc:sldMk cId="3709349170" sldId="1197"/>
        </pc:sldMkLst>
      </pc:sldChg>
      <pc:sldChg chg="del">
        <pc:chgData name="Lenni Lobel" userId="38f762f444469328" providerId="LiveId" clId="{8E72B6CF-AC8F-4901-8240-2A5002DBCA06}" dt="2020-02-19T13:54:25.496" v="1485" actId="47"/>
        <pc:sldMkLst>
          <pc:docMk/>
          <pc:sldMk cId="4000140837" sldId="1199"/>
        </pc:sldMkLst>
      </pc:sldChg>
      <pc:sldChg chg="addSp delSp modSp add del mod ord delAnim modNotesTx">
        <pc:chgData name="Lenni Lobel" userId="38f762f444469328" providerId="LiveId" clId="{8E72B6CF-AC8F-4901-8240-2A5002DBCA06}" dt="2020-02-18T19:43:12.821" v="180"/>
        <pc:sldMkLst>
          <pc:docMk/>
          <pc:sldMk cId="2450567463" sldId="1294"/>
        </pc:sldMkLst>
      </pc:sldChg>
      <pc:sldChg chg="addSp delSp modSp add mod modNotesTx">
        <pc:chgData name="Lenni Lobel" userId="38f762f444469328" providerId="LiveId" clId="{8E72B6CF-AC8F-4901-8240-2A5002DBCA06}" dt="2020-02-18T19:43:21.523" v="182"/>
        <pc:sldMkLst>
          <pc:docMk/>
          <pc:sldMk cId="177212048" sldId="1295"/>
        </pc:sldMkLst>
      </pc:sldChg>
      <pc:sldChg chg="addSp add del">
        <pc:chgData name="Lenni Lobel" userId="38f762f444469328" providerId="LiveId" clId="{8E72B6CF-AC8F-4901-8240-2A5002DBCA06}" dt="2020-02-18T19:10:02.131" v="51" actId="47"/>
        <pc:sldMkLst>
          <pc:docMk/>
          <pc:sldMk cId="844813197" sldId="1296"/>
        </pc:sldMkLst>
      </pc:sldChg>
      <pc:sldChg chg="add del">
        <pc:chgData name="Lenni Lobel" userId="38f762f444469328" providerId="LiveId" clId="{8E72B6CF-AC8F-4901-8240-2A5002DBCA06}" dt="2020-02-18T19:07:46.598" v="24" actId="47"/>
        <pc:sldMkLst>
          <pc:docMk/>
          <pc:sldMk cId="974229656" sldId="1296"/>
        </pc:sldMkLst>
      </pc:sldChg>
      <pc:sldChg chg="add del">
        <pc:chgData name="Lenni Lobel" userId="38f762f444469328" providerId="LiveId" clId="{8E72B6CF-AC8F-4901-8240-2A5002DBCA06}" dt="2020-02-18T19:07:46.598" v="24" actId="47"/>
        <pc:sldMkLst>
          <pc:docMk/>
          <pc:sldMk cId="340907483" sldId="1297"/>
        </pc:sldMkLst>
      </pc:sldChg>
      <pc:sldChg chg="addSp delSp add mod">
        <pc:chgData name="Lenni Lobel" userId="38f762f444469328" providerId="LiveId" clId="{8E72B6CF-AC8F-4901-8240-2A5002DBCA06}" dt="2020-02-18T19:43:33.166" v="184"/>
        <pc:sldMkLst>
          <pc:docMk/>
          <pc:sldMk cId="4226717314" sldId="1297"/>
        </pc:sldMkLst>
      </pc:sldChg>
      <pc:sldChg chg="addSp delSp modSp add mod">
        <pc:chgData name="Lenni Lobel" userId="38f762f444469328" providerId="LiveId" clId="{8E72B6CF-AC8F-4901-8240-2A5002DBCA06}" dt="2020-02-18T19:43:51.188" v="186"/>
        <pc:sldMkLst>
          <pc:docMk/>
          <pc:sldMk cId="2057033792" sldId="1298"/>
        </pc:sldMkLst>
      </pc:sldChg>
      <pc:sldChg chg="add del">
        <pc:chgData name="Lenni Lobel" userId="38f762f444469328" providerId="LiveId" clId="{8E72B6CF-AC8F-4901-8240-2A5002DBCA06}" dt="2020-02-18T19:07:46.598" v="24" actId="47"/>
        <pc:sldMkLst>
          <pc:docMk/>
          <pc:sldMk cId="3747135882" sldId="1298"/>
        </pc:sldMkLst>
      </pc:sldChg>
      <pc:sldChg chg="addSp delSp add mod">
        <pc:chgData name="Lenni Lobel" userId="38f762f444469328" providerId="LiveId" clId="{8E72B6CF-AC8F-4901-8240-2A5002DBCA06}" dt="2020-02-18T19:44:04.445" v="188"/>
        <pc:sldMkLst>
          <pc:docMk/>
          <pc:sldMk cId="2439339174" sldId="1299"/>
        </pc:sldMkLst>
      </pc:sldChg>
      <pc:sldChg chg="addSp add del">
        <pc:chgData name="Lenni Lobel" userId="38f762f444469328" providerId="LiveId" clId="{8E72B6CF-AC8F-4901-8240-2A5002DBCA06}" dt="2020-02-18T19:12:22.904" v="61" actId="47"/>
        <pc:sldMkLst>
          <pc:docMk/>
          <pc:sldMk cId="2112898742" sldId="1300"/>
        </pc:sldMkLst>
      </pc:sldChg>
      <pc:sldChg chg="addSp delSp modSp add mod">
        <pc:chgData name="Lenni Lobel" userId="38f762f444469328" providerId="LiveId" clId="{8E72B6CF-AC8F-4901-8240-2A5002DBCA06}" dt="2020-02-18T19:44:44.867" v="190"/>
        <pc:sldMkLst>
          <pc:docMk/>
          <pc:sldMk cId="396099531" sldId="1301"/>
        </pc:sldMkLst>
      </pc:sldChg>
      <pc:sldChg chg="addSp delSp modSp add mod ord">
        <pc:chgData name="Lenni Lobel" userId="38f762f444469328" providerId="LiveId" clId="{8E72B6CF-AC8F-4901-8240-2A5002DBCA06}" dt="2020-02-18T19:45:30.465" v="195" actId="1035"/>
        <pc:sldMkLst>
          <pc:docMk/>
          <pc:sldMk cId="1964670734" sldId="1302"/>
        </pc:sldMkLst>
      </pc:sldChg>
      <pc:sldChg chg="addSp add del">
        <pc:chgData name="Lenni Lobel" userId="38f762f444469328" providerId="LiveId" clId="{8E72B6CF-AC8F-4901-8240-2A5002DBCA06}" dt="2020-02-18T19:18:23.535" v="91" actId="47"/>
        <pc:sldMkLst>
          <pc:docMk/>
          <pc:sldMk cId="1201957225" sldId="1303"/>
        </pc:sldMkLst>
      </pc:sldChg>
      <pc:sldChg chg="addSp delSp modSp add mod">
        <pc:chgData name="Lenni Lobel" userId="38f762f444469328" providerId="LiveId" clId="{8E72B6CF-AC8F-4901-8240-2A5002DBCA06}" dt="2020-02-18T19:45:48.845" v="198" actId="1035"/>
        <pc:sldMkLst>
          <pc:docMk/>
          <pc:sldMk cId="3130080014" sldId="1304"/>
        </pc:sldMkLst>
      </pc:sldChg>
      <pc:sldChg chg="addSp delSp add">
        <pc:chgData name="Lenni Lobel" userId="38f762f444469328" providerId="LiveId" clId="{8E72B6CF-AC8F-4901-8240-2A5002DBCA06}" dt="2020-02-18T19:45:51.686" v="199"/>
        <pc:sldMkLst>
          <pc:docMk/>
          <pc:sldMk cId="3706472639" sldId="1305"/>
        </pc:sldMkLst>
      </pc:sldChg>
      <pc:sldChg chg="addSp delSp add">
        <pc:chgData name="Lenni Lobel" userId="38f762f444469328" providerId="LiveId" clId="{8E72B6CF-AC8F-4901-8240-2A5002DBCA06}" dt="2020-02-18T19:46:02.810" v="200"/>
        <pc:sldMkLst>
          <pc:docMk/>
          <pc:sldMk cId="1391042722" sldId="1306"/>
        </pc:sldMkLst>
      </pc:sldChg>
      <pc:sldChg chg="addSp delSp add">
        <pc:chgData name="Lenni Lobel" userId="38f762f444469328" providerId="LiveId" clId="{8E72B6CF-AC8F-4901-8240-2A5002DBCA06}" dt="2020-02-18T19:46:11.502" v="201"/>
        <pc:sldMkLst>
          <pc:docMk/>
          <pc:sldMk cId="1911940378" sldId="1307"/>
        </pc:sldMkLst>
      </pc:sldChg>
      <pc:sldChg chg="addSp add modAnim">
        <pc:chgData name="Lenni Lobel" userId="38f762f444469328" providerId="LiveId" clId="{8E72B6CF-AC8F-4901-8240-2A5002DBCA06}" dt="2020-02-18T19:57:10.226" v="294"/>
        <pc:sldMkLst>
          <pc:docMk/>
          <pc:sldMk cId="457985595" sldId="1308"/>
        </pc:sldMkLst>
      </pc:sldChg>
      <pc:sldChg chg="addSp modSp add mod modAnim">
        <pc:chgData name="Lenni Lobel" userId="38f762f444469328" providerId="LiveId" clId="{8E72B6CF-AC8F-4901-8240-2A5002DBCA06}" dt="2020-02-18T19:58:22.935" v="335" actId="14100"/>
        <pc:sldMkLst>
          <pc:docMk/>
          <pc:sldMk cId="3223833715" sldId="1309"/>
        </pc:sldMkLst>
      </pc:sldChg>
      <pc:sldChg chg="addSp modSp add mod modAnim">
        <pc:chgData name="Lenni Lobel" userId="38f762f444469328" providerId="LiveId" clId="{8E72B6CF-AC8F-4901-8240-2A5002DBCA06}" dt="2020-02-18T20:04:25.778" v="428"/>
        <pc:sldMkLst>
          <pc:docMk/>
          <pc:sldMk cId="2565208722" sldId="1310"/>
        </pc:sldMkLst>
      </pc:sldChg>
      <pc:sldChg chg="addSp delSp modSp add mod ord delAnim modAnim">
        <pc:chgData name="Lenni Lobel" userId="38f762f444469328" providerId="LiveId" clId="{8E72B6CF-AC8F-4901-8240-2A5002DBCA06}" dt="2020-02-18T20:53:46.636" v="804" actId="478"/>
        <pc:sldMkLst>
          <pc:docMk/>
          <pc:sldMk cId="931145916" sldId="1311"/>
        </pc:sldMkLst>
      </pc:sldChg>
      <pc:sldChg chg="addSp modSp add mod modAnim">
        <pc:chgData name="Lenni Lobel" userId="38f762f444469328" providerId="LiveId" clId="{8E72B6CF-AC8F-4901-8240-2A5002DBCA06}" dt="2020-02-18T20:04:20.546" v="427"/>
        <pc:sldMkLst>
          <pc:docMk/>
          <pc:sldMk cId="3383342264" sldId="1312"/>
        </pc:sldMkLst>
      </pc:sldChg>
      <pc:sldChg chg="add del">
        <pc:chgData name="Lenni Lobel" userId="38f762f444469328" providerId="LiveId" clId="{8E72B6CF-AC8F-4901-8240-2A5002DBCA06}" dt="2020-02-18T19:46:18.557" v="203"/>
        <pc:sldMkLst>
          <pc:docMk/>
          <pc:sldMk cId="3748043312" sldId="1312"/>
        </pc:sldMkLst>
      </pc:sldChg>
      <pc:sldChg chg="addSp add">
        <pc:chgData name="Lenni Lobel" userId="38f762f444469328" providerId="LiveId" clId="{8E72B6CF-AC8F-4901-8240-2A5002DBCA06}" dt="2020-02-18T19:50:58.180" v="209"/>
        <pc:sldMkLst>
          <pc:docMk/>
          <pc:sldMk cId="1063423569" sldId="1313"/>
        </pc:sldMkLst>
      </pc:sldChg>
      <pc:sldChg chg="addSp modSp add mod modAnim">
        <pc:chgData name="Lenni Lobel" userId="38f762f444469328" providerId="LiveId" clId="{8E72B6CF-AC8F-4901-8240-2A5002DBCA06}" dt="2020-02-18T20:05:16.716" v="430" actId="1076"/>
        <pc:sldMkLst>
          <pc:docMk/>
          <pc:sldMk cId="3915449917" sldId="1314"/>
        </pc:sldMkLst>
      </pc:sldChg>
      <pc:sldChg chg="addSp modSp add mod modAnim">
        <pc:chgData name="Lenni Lobel" userId="38f762f444469328" providerId="LiveId" clId="{8E72B6CF-AC8F-4901-8240-2A5002DBCA06}" dt="2020-02-18T20:05:43.650" v="445" actId="1035"/>
        <pc:sldMkLst>
          <pc:docMk/>
          <pc:sldMk cId="1379763522" sldId="1315"/>
        </pc:sldMkLst>
      </pc:sldChg>
      <pc:sldChg chg="addSp delSp modSp add mod modAnim">
        <pc:chgData name="Lenni Lobel" userId="38f762f444469328" providerId="LiveId" clId="{8E72B6CF-AC8F-4901-8240-2A5002DBCA06}" dt="2020-02-18T20:08:17.205" v="485" actId="1036"/>
        <pc:sldMkLst>
          <pc:docMk/>
          <pc:sldMk cId="147431129" sldId="1316"/>
        </pc:sldMkLst>
      </pc:sldChg>
      <pc:sldChg chg="addSp add modAnim">
        <pc:chgData name="Lenni Lobel" userId="38f762f444469328" providerId="LiveId" clId="{8E72B6CF-AC8F-4901-8240-2A5002DBCA06}" dt="2020-02-18T20:09:35.088" v="502"/>
        <pc:sldMkLst>
          <pc:docMk/>
          <pc:sldMk cId="1278276096" sldId="1317"/>
        </pc:sldMkLst>
      </pc:sldChg>
      <pc:sldChg chg="add del">
        <pc:chgData name="Lenni Lobel" userId="38f762f444469328" providerId="LiveId" clId="{8E72B6CF-AC8F-4901-8240-2A5002DBCA06}" dt="2020-02-18T19:52:42.880" v="220" actId="47"/>
        <pc:sldMkLst>
          <pc:docMk/>
          <pc:sldMk cId="35129187" sldId="1318"/>
        </pc:sldMkLst>
      </pc:sldChg>
      <pc:sldChg chg="modSp add mod modAnim">
        <pc:chgData name="Lenni Lobel" userId="38f762f444469328" providerId="LiveId" clId="{8E72B6CF-AC8F-4901-8240-2A5002DBCA06}" dt="2020-02-18T19:59:18.461" v="339"/>
        <pc:sldMkLst>
          <pc:docMk/>
          <pc:sldMk cId="3312823565" sldId="1318"/>
        </pc:sldMkLst>
      </pc:sldChg>
      <pc:sldChg chg="addSp delSp modSp add mod">
        <pc:chgData name="Lenni Lobel" userId="38f762f444469328" providerId="LiveId" clId="{8E72B6CF-AC8F-4901-8240-2A5002DBCA06}" dt="2020-02-18T20:02:35.519" v="383" actId="692"/>
        <pc:sldMkLst>
          <pc:docMk/>
          <pc:sldMk cId="679148376" sldId="1319"/>
        </pc:sldMkLst>
      </pc:sldChg>
      <pc:sldChg chg="addSp delSp modSp add mod ord">
        <pc:chgData name="Lenni Lobel" userId="38f762f444469328" providerId="LiveId" clId="{8E72B6CF-AC8F-4901-8240-2A5002DBCA06}" dt="2020-02-18T20:03:11.407" v="401" actId="1036"/>
        <pc:sldMkLst>
          <pc:docMk/>
          <pc:sldMk cId="17525285" sldId="1320"/>
        </pc:sldMkLst>
      </pc:sldChg>
      <pc:sldChg chg="addSp delSp modSp add mod ord delAnim">
        <pc:chgData name="Lenni Lobel" userId="38f762f444469328" providerId="LiveId" clId="{8E72B6CF-AC8F-4901-8240-2A5002DBCA06}" dt="2020-02-18T20:07:25.982" v="463" actId="478"/>
        <pc:sldMkLst>
          <pc:docMk/>
          <pc:sldMk cId="4166646050" sldId="1321"/>
        </pc:sldMkLst>
      </pc:sldChg>
      <pc:sldChg chg="addSp delSp modSp add mod modAnim">
        <pc:chgData name="Lenni Lobel" userId="38f762f444469328" providerId="LiveId" clId="{8E72B6CF-AC8F-4901-8240-2A5002DBCA06}" dt="2020-02-18T20:07:52.702" v="468"/>
        <pc:sldMkLst>
          <pc:docMk/>
          <pc:sldMk cId="1353936796" sldId="1322"/>
        </pc:sldMkLst>
      </pc:sldChg>
      <pc:sldChg chg="modSp add mod ord">
        <pc:chgData name="Lenni Lobel" userId="38f762f444469328" providerId="LiveId" clId="{8E72B6CF-AC8F-4901-8240-2A5002DBCA06}" dt="2020-02-18T20:09:01.727" v="500" actId="1036"/>
        <pc:sldMkLst>
          <pc:docMk/>
          <pc:sldMk cId="705234003" sldId="1323"/>
        </pc:sldMkLst>
      </pc:sldChg>
      <pc:sldChg chg="delSp add del mod ord delAnim">
        <pc:chgData name="Lenni Lobel" userId="38f762f444469328" providerId="LiveId" clId="{8E72B6CF-AC8F-4901-8240-2A5002DBCA06}" dt="2020-02-18T20:11:02.908" v="510" actId="47"/>
        <pc:sldMkLst>
          <pc:docMk/>
          <pc:sldMk cId="2839335628" sldId="1324"/>
        </pc:sldMkLst>
      </pc:sldChg>
      <pc:sldChg chg="delSp add mod ord">
        <pc:chgData name="Lenni Lobel" userId="38f762f444469328" providerId="LiveId" clId="{8E72B6CF-AC8F-4901-8240-2A5002DBCA06}" dt="2020-02-18T20:11:05.574" v="511" actId="478"/>
        <pc:sldMkLst>
          <pc:docMk/>
          <pc:sldMk cId="1962345225" sldId="1325"/>
        </pc:sldMkLst>
      </pc:sldChg>
      <pc:sldChg chg="addSp delSp modSp add mod ord delAnim modAnim">
        <pc:chgData name="Lenni Lobel" userId="38f762f444469328" providerId="LiveId" clId="{8E72B6CF-AC8F-4901-8240-2A5002DBCA06}" dt="2020-02-18T20:38:30.943" v="661"/>
        <pc:sldMkLst>
          <pc:docMk/>
          <pc:sldMk cId="644529612" sldId="1326"/>
        </pc:sldMkLst>
      </pc:sldChg>
      <pc:sldChg chg="addSp modSp add mod modAnim">
        <pc:chgData name="Lenni Lobel" userId="38f762f444469328" providerId="LiveId" clId="{8E72B6CF-AC8F-4901-8240-2A5002DBCA06}" dt="2020-02-18T20:39:06.974" v="665"/>
        <pc:sldMkLst>
          <pc:docMk/>
          <pc:sldMk cId="2597080828" sldId="1327"/>
        </pc:sldMkLst>
      </pc:sldChg>
      <pc:sldChg chg="addSp delSp add mod">
        <pc:chgData name="Lenni Lobel" userId="38f762f444469328" providerId="LiveId" clId="{8E72B6CF-AC8F-4901-8240-2A5002DBCA06}" dt="2020-02-18T20:27:26.896" v="593"/>
        <pc:sldMkLst>
          <pc:docMk/>
          <pc:sldMk cId="1932981131" sldId="1328"/>
        </pc:sldMkLst>
      </pc:sldChg>
      <pc:sldChg chg="addSp delSp add mod">
        <pc:chgData name="Lenni Lobel" userId="38f762f444469328" providerId="LiveId" clId="{8E72B6CF-AC8F-4901-8240-2A5002DBCA06}" dt="2020-02-18T20:26:24.818" v="584" actId="478"/>
        <pc:sldMkLst>
          <pc:docMk/>
          <pc:sldMk cId="1957956926" sldId="1329"/>
        </pc:sldMkLst>
      </pc:sldChg>
      <pc:sldChg chg="addSp delSp add mod">
        <pc:chgData name="Lenni Lobel" userId="38f762f444469328" providerId="LiveId" clId="{8E72B6CF-AC8F-4901-8240-2A5002DBCA06}" dt="2020-02-18T20:26:24.070" v="582" actId="478"/>
        <pc:sldMkLst>
          <pc:docMk/>
          <pc:sldMk cId="2891341244" sldId="1330"/>
        </pc:sldMkLst>
      </pc:sldChg>
      <pc:sldChg chg="addSp delSp add mod">
        <pc:chgData name="Lenni Lobel" userId="38f762f444469328" providerId="LiveId" clId="{8E72B6CF-AC8F-4901-8240-2A5002DBCA06}" dt="2020-02-18T20:26:22.962" v="577" actId="478"/>
        <pc:sldMkLst>
          <pc:docMk/>
          <pc:sldMk cId="4114815789" sldId="1331"/>
        </pc:sldMkLst>
      </pc:sldChg>
      <pc:sldChg chg="addSp delSp add mod">
        <pc:chgData name="Lenni Lobel" userId="38f762f444469328" providerId="LiveId" clId="{8E72B6CF-AC8F-4901-8240-2A5002DBCA06}" dt="2020-02-18T20:29:03.641" v="599"/>
        <pc:sldMkLst>
          <pc:docMk/>
          <pc:sldMk cId="4281235464" sldId="1332"/>
        </pc:sldMkLst>
      </pc:sldChg>
      <pc:sldChg chg="addSp add del">
        <pc:chgData name="Lenni Lobel" userId="38f762f444469328" providerId="LiveId" clId="{8E72B6CF-AC8F-4901-8240-2A5002DBCA06}" dt="2020-02-18T20:28:19.252" v="594" actId="47"/>
        <pc:sldMkLst>
          <pc:docMk/>
          <pc:sldMk cId="2393234931" sldId="1333"/>
        </pc:sldMkLst>
      </pc:sldChg>
      <pc:sldChg chg="addSp add del">
        <pc:chgData name="Lenni Lobel" userId="38f762f444469328" providerId="LiveId" clId="{8E72B6CF-AC8F-4901-8240-2A5002DBCA06}" dt="2020-02-18T20:28:19.252" v="594" actId="47"/>
        <pc:sldMkLst>
          <pc:docMk/>
          <pc:sldMk cId="1326312406" sldId="1334"/>
        </pc:sldMkLst>
      </pc:sldChg>
      <pc:sldChg chg="add del ord">
        <pc:chgData name="Lenni Lobel" userId="38f762f444469328" providerId="LiveId" clId="{8E72B6CF-AC8F-4901-8240-2A5002DBCA06}" dt="2020-02-18T20:26:23.071" v="578" actId="47"/>
        <pc:sldMkLst>
          <pc:docMk/>
          <pc:sldMk cId="1261266731" sldId="1335"/>
        </pc:sldMkLst>
      </pc:sldChg>
      <pc:sldChg chg="addSp add del">
        <pc:chgData name="Lenni Lobel" userId="38f762f444469328" providerId="LiveId" clId="{8E72B6CF-AC8F-4901-8240-2A5002DBCA06}" dt="2020-02-18T20:28:19.252" v="594" actId="47"/>
        <pc:sldMkLst>
          <pc:docMk/>
          <pc:sldMk cId="1513180350" sldId="1336"/>
        </pc:sldMkLst>
      </pc:sldChg>
      <pc:sldChg chg="addSp add del">
        <pc:chgData name="Lenni Lobel" userId="38f762f444469328" providerId="LiveId" clId="{8E72B6CF-AC8F-4901-8240-2A5002DBCA06}" dt="2020-02-18T20:28:19.252" v="594" actId="47"/>
        <pc:sldMkLst>
          <pc:docMk/>
          <pc:sldMk cId="2993716614" sldId="1337"/>
        </pc:sldMkLst>
      </pc:sldChg>
      <pc:sldChg chg="addSp add del">
        <pc:chgData name="Lenni Lobel" userId="38f762f444469328" providerId="LiveId" clId="{8E72B6CF-AC8F-4901-8240-2A5002DBCA06}" dt="2020-02-18T20:28:19.252" v="594" actId="47"/>
        <pc:sldMkLst>
          <pc:docMk/>
          <pc:sldMk cId="2145125839" sldId="1338"/>
        </pc:sldMkLst>
      </pc:sldChg>
      <pc:sldChg chg="addSp delSp add mod">
        <pc:chgData name="Lenni Lobel" userId="38f762f444469328" providerId="LiveId" clId="{8E72B6CF-AC8F-4901-8240-2A5002DBCA06}" dt="2020-02-18T20:45:38.944" v="730"/>
        <pc:sldMkLst>
          <pc:docMk/>
          <pc:sldMk cId="2190212000" sldId="1339"/>
        </pc:sldMkLst>
      </pc:sldChg>
      <pc:sldChg chg="addSp delSp modSp add mod modAnim">
        <pc:chgData name="Lenni Lobel" userId="38f762f444469328" providerId="LiveId" clId="{8E72B6CF-AC8F-4901-8240-2A5002DBCA06}" dt="2020-02-18T20:45:54.838" v="733" actId="167"/>
        <pc:sldMkLst>
          <pc:docMk/>
          <pc:sldMk cId="470659990" sldId="1340"/>
        </pc:sldMkLst>
      </pc:sldChg>
      <pc:sldChg chg="addSp delSp modSp add mod modAnim">
        <pc:chgData name="Lenni Lobel" userId="38f762f444469328" providerId="LiveId" clId="{8E72B6CF-AC8F-4901-8240-2A5002DBCA06}" dt="2020-02-18T20:46:40.725" v="739" actId="167"/>
        <pc:sldMkLst>
          <pc:docMk/>
          <pc:sldMk cId="3056626732" sldId="1341"/>
        </pc:sldMkLst>
      </pc:sldChg>
      <pc:sldChg chg="add del ord">
        <pc:chgData name="Lenni Lobel" userId="38f762f444469328" providerId="LiveId" clId="{8E72B6CF-AC8F-4901-8240-2A5002DBCA06}" dt="2020-02-18T20:28:19.252" v="594" actId="47"/>
        <pc:sldMkLst>
          <pc:docMk/>
          <pc:sldMk cId="617482348" sldId="1342"/>
        </pc:sldMkLst>
      </pc:sldChg>
      <pc:sldChg chg="addSp delSp add del ord">
        <pc:chgData name="Lenni Lobel" userId="38f762f444469328" providerId="LiveId" clId="{8E72B6CF-AC8F-4901-8240-2A5002DBCA06}" dt="2020-02-18T20:28:19.252" v="594" actId="47"/>
        <pc:sldMkLst>
          <pc:docMk/>
          <pc:sldMk cId="40531507" sldId="1343"/>
        </pc:sldMkLst>
      </pc:sldChg>
      <pc:sldChg chg="addSp add">
        <pc:chgData name="Lenni Lobel" userId="38f762f444469328" providerId="LiveId" clId="{8E72B6CF-AC8F-4901-8240-2A5002DBCA06}" dt="2020-02-18T20:30:18.235" v="613"/>
        <pc:sldMkLst>
          <pc:docMk/>
          <pc:sldMk cId="3706300002" sldId="1344"/>
        </pc:sldMkLst>
      </pc:sldChg>
      <pc:sldChg chg="addSp add">
        <pc:chgData name="Lenni Lobel" userId="38f762f444469328" providerId="LiveId" clId="{8E72B6CF-AC8F-4901-8240-2A5002DBCA06}" dt="2020-02-18T20:30:33.376" v="614"/>
        <pc:sldMkLst>
          <pc:docMk/>
          <pc:sldMk cId="966169688" sldId="1345"/>
        </pc:sldMkLst>
      </pc:sldChg>
      <pc:sldChg chg="addSp delSp add">
        <pc:chgData name="Lenni Lobel" userId="38f762f444469328" providerId="LiveId" clId="{8E72B6CF-AC8F-4901-8240-2A5002DBCA06}" dt="2020-02-18T20:31:42.462" v="622"/>
        <pc:sldMkLst>
          <pc:docMk/>
          <pc:sldMk cId="2374370903" sldId="1346"/>
        </pc:sldMkLst>
      </pc:sldChg>
      <pc:sldChg chg="addSp delSp add mod">
        <pc:chgData name="Lenni Lobel" userId="38f762f444469328" providerId="LiveId" clId="{8E72B6CF-AC8F-4901-8240-2A5002DBCA06}" dt="2020-02-18T20:34:28.783" v="631"/>
        <pc:sldMkLst>
          <pc:docMk/>
          <pc:sldMk cId="33847337" sldId="1347"/>
        </pc:sldMkLst>
      </pc:sldChg>
      <pc:sldChg chg="addSp delSp add mod">
        <pc:chgData name="Lenni Lobel" userId="38f762f444469328" providerId="LiveId" clId="{8E72B6CF-AC8F-4901-8240-2A5002DBCA06}" dt="2020-02-18T20:34:18.647" v="629"/>
        <pc:sldMkLst>
          <pc:docMk/>
          <pc:sldMk cId="3345115942" sldId="1348"/>
        </pc:sldMkLst>
      </pc:sldChg>
      <pc:sldChg chg="addSp modSp add mod modAnim">
        <pc:chgData name="Lenni Lobel" userId="38f762f444469328" providerId="LiveId" clId="{8E72B6CF-AC8F-4901-8240-2A5002DBCA06}" dt="2020-02-18T20:51:01.374" v="785" actId="14100"/>
        <pc:sldMkLst>
          <pc:docMk/>
          <pc:sldMk cId="191386590" sldId="1349"/>
        </pc:sldMkLst>
      </pc:sldChg>
      <pc:sldChg chg="add del">
        <pc:chgData name="Lenni Lobel" userId="38f762f444469328" providerId="LiveId" clId="{8E72B6CF-AC8F-4901-8240-2A5002DBCA06}" dt="2020-02-18T20:36:02.495" v="635" actId="47"/>
        <pc:sldMkLst>
          <pc:docMk/>
          <pc:sldMk cId="110109283" sldId="1350"/>
        </pc:sldMkLst>
      </pc:sldChg>
      <pc:sldChg chg="add del">
        <pc:chgData name="Lenni Lobel" userId="38f762f444469328" providerId="LiveId" clId="{8E72B6CF-AC8F-4901-8240-2A5002DBCA06}" dt="2020-02-18T20:36:02.495" v="635" actId="47"/>
        <pc:sldMkLst>
          <pc:docMk/>
          <pc:sldMk cId="3761201531" sldId="1351"/>
        </pc:sldMkLst>
      </pc:sldChg>
      <pc:sldChg chg="add del ord">
        <pc:chgData name="Lenni Lobel" userId="38f762f444469328" providerId="LiveId" clId="{8E72B6CF-AC8F-4901-8240-2A5002DBCA06}" dt="2020-02-18T20:28:19.252" v="594" actId="47"/>
        <pc:sldMkLst>
          <pc:docMk/>
          <pc:sldMk cId="650602598" sldId="1352"/>
        </pc:sldMkLst>
      </pc:sldChg>
      <pc:sldChg chg="add del">
        <pc:chgData name="Lenni Lobel" userId="38f762f444469328" providerId="LiveId" clId="{8E72B6CF-AC8F-4901-8240-2A5002DBCA06}" dt="2020-02-18T20:36:02.495" v="635" actId="47"/>
        <pc:sldMkLst>
          <pc:docMk/>
          <pc:sldMk cId="4149708537" sldId="1352"/>
        </pc:sldMkLst>
      </pc:sldChg>
      <pc:sldChg chg="add del">
        <pc:chgData name="Lenni Lobel" userId="38f762f444469328" providerId="LiveId" clId="{8E72B6CF-AC8F-4901-8240-2A5002DBCA06}" dt="2020-02-18T20:36:02.495" v="635" actId="47"/>
        <pc:sldMkLst>
          <pc:docMk/>
          <pc:sldMk cId="1086709556" sldId="1353"/>
        </pc:sldMkLst>
      </pc:sldChg>
      <pc:sldChg chg="add del ord">
        <pc:chgData name="Lenni Lobel" userId="38f762f444469328" providerId="LiveId" clId="{8E72B6CF-AC8F-4901-8240-2A5002DBCA06}" dt="2020-02-18T20:26:23.735" v="580"/>
        <pc:sldMkLst>
          <pc:docMk/>
          <pc:sldMk cId="4093105374" sldId="1353"/>
        </pc:sldMkLst>
      </pc:sldChg>
      <pc:sldChg chg="add del">
        <pc:chgData name="Lenni Lobel" userId="38f762f444469328" providerId="LiveId" clId="{8E72B6CF-AC8F-4901-8240-2A5002DBCA06}" dt="2020-02-18T20:36:02.495" v="635" actId="47"/>
        <pc:sldMkLst>
          <pc:docMk/>
          <pc:sldMk cId="4164803996" sldId="1354"/>
        </pc:sldMkLst>
      </pc:sldChg>
      <pc:sldChg chg="add del">
        <pc:chgData name="Lenni Lobel" userId="38f762f444469328" providerId="LiveId" clId="{8E72B6CF-AC8F-4901-8240-2A5002DBCA06}" dt="2020-02-18T20:36:02.495" v="635" actId="47"/>
        <pc:sldMkLst>
          <pc:docMk/>
          <pc:sldMk cId="3678918643" sldId="1355"/>
        </pc:sldMkLst>
      </pc:sldChg>
      <pc:sldChg chg="add del">
        <pc:chgData name="Lenni Lobel" userId="38f762f444469328" providerId="LiveId" clId="{8E72B6CF-AC8F-4901-8240-2A5002DBCA06}" dt="2020-02-18T20:36:02.495" v="635" actId="47"/>
        <pc:sldMkLst>
          <pc:docMk/>
          <pc:sldMk cId="719595353" sldId="1356"/>
        </pc:sldMkLst>
      </pc:sldChg>
      <pc:sldChg chg="add del">
        <pc:chgData name="Lenni Lobel" userId="38f762f444469328" providerId="LiveId" clId="{8E72B6CF-AC8F-4901-8240-2A5002DBCA06}" dt="2020-02-18T20:36:02.495" v="635" actId="47"/>
        <pc:sldMkLst>
          <pc:docMk/>
          <pc:sldMk cId="402139807" sldId="1357"/>
        </pc:sldMkLst>
      </pc:sldChg>
      <pc:sldChg chg="add del">
        <pc:chgData name="Lenni Lobel" userId="38f762f444469328" providerId="LiveId" clId="{8E72B6CF-AC8F-4901-8240-2A5002DBCA06}" dt="2020-02-18T20:36:02.495" v="635" actId="47"/>
        <pc:sldMkLst>
          <pc:docMk/>
          <pc:sldMk cId="732656986" sldId="1358"/>
        </pc:sldMkLst>
      </pc:sldChg>
      <pc:sldChg chg="add del">
        <pc:chgData name="Lenni Lobel" userId="38f762f444469328" providerId="LiveId" clId="{8E72B6CF-AC8F-4901-8240-2A5002DBCA06}" dt="2020-02-18T20:36:02.495" v="635" actId="47"/>
        <pc:sldMkLst>
          <pc:docMk/>
          <pc:sldMk cId="3147334356" sldId="1359"/>
        </pc:sldMkLst>
      </pc:sldChg>
      <pc:sldChg chg="add del">
        <pc:chgData name="Lenni Lobel" userId="38f762f444469328" providerId="LiveId" clId="{8E72B6CF-AC8F-4901-8240-2A5002DBCA06}" dt="2020-02-18T20:36:02.495" v="635" actId="47"/>
        <pc:sldMkLst>
          <pc:docMk/>
          <pc:sldMk cId="1569069843" sldId="1360"/>
        </pc:sldMkLst>
      </pc:sldChg>
      <pc:sldChg chg="addSp delSp modSp add mod ord modAnim">
        <pc:chgData name="Lenni Lobel" userId="38f762f444469328" providerId="LiveId" clId="{8E72B6CF-AC8F-4901-8240-2A5002DBCA06}" dt="2020-02-18T20:46:13.128" v="736" actId="167"/>
        <pc:sldMkLst>
          <pc:docMk/>
          <pc:sldMk cId="387471453" sldId="1361"/>
        </pc:sldMkLst>
      </pc:sldChg>
      <pc:sldChg chg="addSp delSp modSp add mod ord modAnim">
        <pc:chgData name="Lenni Lobel" userId="38f762f444469328" providerId="LiveId" clId="{8E72B6CF-AC8F-4901-8240-2A5002DBCA06}" dt="2020-02-18T20:47:16.453" v="742" actId="167"/>
        <pc:sldMkLst>
          <pc:docMk/>
          <pc:sldMk cId="3081942467" sldId="1362"/>
        </pc:sldMkLst>
      </pc:sldChg>
      <pc:sldChg chg="addSp delSp add ord">
        <pc:chgData name="Lenni Lobel" userId="38f762f444469328" providerId="LiveId" clId="{8E72B6CF-AC8F-4901-8240-2A5002DBCA06}" dt="2020-02-18T20:30:58.059" v="619"/>
        <pc:sldMkLst>
          <pc:docMk/>
          <pc:sldMk cId="3223137882" sldId="1363"/>
        </pc:sldMkLst>
      </pc:sldChg>
      <pc:sldChg chg="addSp modSp add mod ord modAnim">
        <pc:chgData name="Lenni Lobel" userId="38f762f444469328" providerId="LiveId" clId="{8E72B6CF-AC8F-4901-8240-2A5002DBCA06}" dt="2020-02-18T20:53:25.263" v="803"/>
        <pc:sldMkLst>
          <pc:docMk/>
          <pc:sldMk cId="2562155369" sldId="1364"/>
        </pc:sldMkLst>
      </pc:sldChg>
      <pc:sldChg chg="addSp delSp modSp add mod delAnim modAnim">
        <pc:chgData name="Lenni Lobel" userId="38f762f444469328" providerId="LiveId" clId="{8E72B6CF-AC8F-4901-8240-2A5002DBCA06}" dt="2020-02-18T20:49:13.808" v="763" actId="1036"/>
        <pc:sldMkLst>
          <pc:docMk/>
          <pc:sldMk cId="1282526466" sldId="1365"/>
        </pc:sldMkLst>
      </pc:sldChg>
      <pc:sldChg chg="add del ord">
        <pc:chgData name="Lenni Lobel" userId="38f762f444469328" providerId="LiveId" clId="{8E72B6CF-AC8F-4901-8240-2A5002DBCA06}" dt="2020-02-18T20:54:20.961" v="805" actId="47"/>
        <pc:sldMkLst>
          <pc:docMk/>
          <pc:sldMk cId="2349863273" sldId="1366"/>
        </pc:sldMkLst>
      </pc:sldChg>
      <pc:sldChg chg="delSp add mod ord delAnim">
        <pc:chgData name="Lenni Lobel" userId="38f762f444469328" providerId="LiveId" clId="{8E72B6CF-AC8F-4901-8240-2A5002DBCA06}" dt="2020-02-18T20:50:23.839" v="771" actId="478"/>
        <pc:sldMkLst>
          <pc:docMk/>
          <pc:sldMk cId="4190257950" sldId="1367"/>
        </pc:sldMkLst>
      </pc:sldChg>
      <pc:sldChg chg="addSp delSp add mod delAnim">
        <pc:chgData name="Lenni Lobel" userId="38f762f444469328" providerId="LiveId" clId="{8E72B6CF-AC8F-4901-8240-2A5002DBCA06}" dt="2020-02-18T21:07:02.828" v="830"/>
        <pc:sldMkLst>
          <pc:docMk/>
          <pc:sldMk cId="3014401630" sldId="1368"/>
        </pc:sldMkLst>
      </pc:sldChg>
      <pc:sldChg chg="addSp delSp add mod">
        <pc:chgData name="Lenni Lobel" userId="38f762f444469328" providerId="LiveId" clId="{8E72B6CF-AC8F-4901-8240-2A5002DBCA06}" dt="2020-02-18T21:07:06.742" v="831"/>
        <pc:sldMkLst>
          <pc:docMk/>
          <pc:sldMk cId="1515208482" sldId="1369"/>
        </pc:sldMkLst>
      </pc:sldChg>
      <pc:sldChg chg="addSp add">
        <pc:chgData name="Lenni Lobel" userId="38f762f444469328" providerId="LiveId" clId="{8E72B6CF-AC8F-4901-8240-2A5002DBCA06}" dt="2020-02-18T21:07:26.327" v="835"/>
        <pc:sldMkLst>
          <pc:docMk/>
          <pc:sldMk cId="2760326811" sldId="1370"/>
        </pc:sldMkLst>
      </pc:sldChg>
      <pc:sldChg chg="addSp add">
        <pc:chgData name="Lenni Lobel" userId="38f762f444469328" providerId="LiveId" clId="{8E72B6CF-AC8F-4901-8240-2A5002DBCA06}" dt="2020-02-18T21:08:00.187" v="836"/>
        <pc:sldMkLst>
          <pc:docMk/>
          <pc:sldMk cId="3630869332" sldId="1371"/>
        </pc:sldMkLst>
      </pc:sldChg>
      <pc:sldChg chg="addSp modSp add mod modAnim">
        <pc:chgData name="Lenni Lobel" userId="38f762f444469328" providerId="LiveId" clId="{8E72B6CF-AC8F-4901-8240-2A5002DBCA06}" dt="2020-02-18T21:24:55.406" v="875" actId="14100"/>
        <pc:sldMkLst>
          <pc:docMk/>
          <pc:sldMk cId="32848695" sldId="1372"/>
        </pc:sldMkLst>
      </pc:sldChg>
      <pc:sldChg chg="addSp modSp add mod modAnim">
        <pc:chgData name="Lenni Lobel" userId="38f762f444469328" providerId="LiveId" clId="{8E72B6CF-AC8F-4901-8240-2A5002DBCA06}" dt="2020-02-18T21:26:09.581" v="902"/>
        <pc:sldMkLst>
          <pc:docMk/>
          <pc:sldMk cId="2637945934" sldId="1373"/>
        </pc:sldMkLst>
      </pc:sldChg>
      <pc:sldChg chg="addSp delSp modSp add mod delAnim modAnim">
        <pc:chgData name="Lenni Lobel" userId="38f762f444469328" providerId="LiveId" clId="{8E72B6CF-AC8F-4901-8240-2A5002DBCA06}" dt="2020-02-18T21:31:00.226" v="937"/>
        <pc:sldMkLst>
          <pc:docMk/>
          <pc:sldMk cId="1511971986" sldId="1374"/>
        </pc:sldMkLst>
      </pc:sldChg>
      <pc:sldChg chg="addSp add">
        <pc:chgData name="Lenni Lobel" userId="38f762f444469328" providerId="LiveId" clId="{8E72B6CF-AC8F-4901-8240-2A5002DBCA06}" dt="2020-02-18T21:09:59.489" v="842"/>
        <pc:sldMkLst>
          <pc:docMk/>
          <pc:sldMk cId="1163207446" sldId="1375"/>
        </pc:sldMkLst>
      </pc:sldChg>
      <pc:sldChg chg="addSp add">
        <pc:chgData name="Lenni Lobel" userId="38f762f444469328" providerId="LiveId" clId="{8E72B6CF-AC8F-4901-8240-2A5002DBCA06}" dt="2020-02-18T21:12:03.753" v="843"/>
        <pc:sldMkLst>
          <pc:docMk/>
          <pc:sldMk cId="2943080842" sldId="1376"/>
        </pc:sldMkLst>
      </pc:sldChg>
      <pc:sldChg chg="addSp add">
        <pc:chgData name="Lenni Lobel" userId="38f762f444469328" providerId="LiveId" clId="{8E72B6CF-AC8F-4901-8240-2A5002DBCA06}" dt="2020-02-18T21:12:17.036" v="844"/>
        <pc:sldMkLst>
          <pc:docMk/>
          <pc:sldMk cId="3735398001" sldId="1377"/>
        </pc:sldMkLst>
      </pc:sldChg>
      <pc:sldChg chg="addSp delSp add mod ord">
        <pc:chgData name="Lenni Lobel" userId="38f762f444469328" providerId="LiveId" clId="{8E72B6CF-AC8F-4901-8240-2A5002DBCA06}" dt="2020-02-18T21:06:55.672" v="829"/>
        <pc:sldMkLst>
          <pc:docMk/>
          <pc:sldMk cId="2771251659" sldId="1378"/>
        </pc:sldMkLst>
      </pc:sldChg>
      <pc:sldChg chg="add ord">
        <pc:chgData name="Lenni Lobel" userId="38f762f444469328" providerId="LiveId" clId="{8E72B6CF-AC8F-4901-8240-2A5002DBCA06}" dt="2020-02-18T21:07:12.196" v="834"/>
        <pc:sldMkLst>
          <pc:docMk/>
          <pc:sldMk cId="448217833" sldId="1379"/>
        </pc:sldMkLst>
      </pc:sldChg>
      <pc:sldChg chg="addSp add modAnim">
        <pc:chgData name="Lenni Lobel" userId="38f762f444469328" providerId="LiveId" clId="{8E72B6CF-AC8F-4901-8240-2A5002DBCA06}" dt="2020-02-18T21:32:07.312" v="938"/>
        <pc:sldMkLst>
          <pc:docMk/>
          <pc:sldMk cId="396601099" sldId="1380"/>
        </pc:sldMkLst>
      </pc:sldChg>
      <pc:sldChg chg="addSp modSp add mod modAnim">
        <pc:chgData name="Lenni Lobel" userId="38f762f444469328" providerId="LiveId" clId="{8E72B6CF-AC8F-4901-8240-2A5002DBCA06}" dt="2020-02-18T21:32:24.671" v="951" actId="1038"/>
        <pc:sldMkLst>
          <pc:docMk/>
          <pc:sldMk cId="1508282084" sldId="1381"/>
        </pc:sldMkLst>
      </pc:sldChg>
      <pc:sldChg chg="addSp modSp add mod modAnim">
        <pc:chgData name="Lenni Lobel" userId="38f762f444469328" providerId="LiveId" clId="{8E72B6CF-AC8F-4901-8240-2A5002DBCA06}" dt="2020-02-18T21:36:05.186" v="978"/>
        <pc:sldMkLst>
          <pc:docMk/>
          <pc:sldMk cId="1144364165" sldId="1382"/>
        </pc:sldMkLst>
      </pc:sldChg>
      <pc:sldChg chg="addSp add">
        <pc:chgData name="Lenni Lobel" userId="38f762f444469328" providerId="LiveId" clId="{8E72B6CF-AC8F-4901-8240-2A5002DBCA06}" dt="2020-02-18T21:19:03.141" v="853"/>
        <pc:sldMkLst>
          <pc:docMk/>
          <pc:sldMk cId="4200783994" sldId="1383"/>
        </pc:sldMkLst>
      </pc:sldChg>
      <pc:sldChg chg="addSp add modAnim">
        <pc:chgData name="Lenni Lobel" userId="38f762f444469328" providerId="LiveId" clId="{8E72B6CF-AC8F-4901-8240-2A5002DBCA06}" dt="2020-02-18T21:36:37.972" v="979"/>
        <pc:sldMkLst>
          <pc:docMk/>
          <pc:sldMk cId="287985924" sldId="1384"/>
        </pc:sldMkLst>
      </pc:sldChg>
      <pc:sldChg chg="addSp add modAnim">
        <pc:chgData name="Lenni Lobel" userId="38f762f444469328" providerId="LiveId" clId="{8E72B6CF-AC8F-4901-8240-2A5002DBCA06}" dt="2020-02-18T21:37:08.977" v="980"/>
        <pc:sldMkLst>
          <pc:docMk/>
          <pc:sldMk cId="3101560563" sldId="1385"/>
        </pc:sldMkLst>
      </pc:sldChg>
      <pc:sldChg chg="add ord">
        <pc:chgData name="Lenni Lobel" userId="38f762f444469328" providerId="LiveId" clId="{8E72B6CF-AC8F-4901-8240-2A5002DBCA06}" dt="2020-02-18T21:12:31.370" v="847"/>
        <pc:sldMkLst>
          <pc:docMk/>
          <pc:sldMk cId="2209062411" sldId="1386"/>
        </pc:sldMkLst>
      </pc:sldChg>
      <pc:sldChg chg="addSp add del">
        <pc:chgData name="Lenni Lobel" userId="38f762f444469328" providerId="LiveId" clId="{8E72B6CF-AC8F-4901-8240-2A5002DBCA06}" dt="2020-02-18T21:22:35.960" v="858" actId="47"/>
        <pc:sldMkLst>
          <pc:docMk/>
          <pc:sldMk cId="2304432158" sldId="1387"/>
        </pc:sldMkLst>
      </pc:sldChg>
      <pc:sldChg chg="addSp add modAnim">
        <pc:chgData name="Lenni Lobel" userId="38f762f444469328" providerId="LiveId" clId="{8E72B6CF-AC8F-4901-8240-2A5002DBCA06}" dt="2020-02-18T21:38:46.669" v="983"/>
        <pc:sldMkLst>
          <pc:docMk/>
          <pc:sldMk cId="1844380970" sldId="1388"/>
        </pc:sldMkLst>
      </pc:sldChg>
      <pc:sldChg chg="add del">
        <pc:chgData name="Lenni Lobel" userId="38f762f444469328" providerId="LiveId" clId="{8E72B6CF-AC8F-4901-8240-2A5002DBCA06}" dt="2020-02-18T21:22:59.352" v="860" actId="47"/>
        <pc:sldMkLst>
          <pc:docMk/>
          <pc:sldMk cId="1746723963" sldId="1389"/>
        </pc:sldMkLst>
      </pc:sldChg>
      <pc:sldChg chg="add del">
        <pc:chgData name="Lenni Lobel" userId="38f762f444469328" providerId="LiveId" clId="{8E72B6CF-AC8F-4901-8240-2A5002DBCA06}" dt="2020-02-18T21:22:59.352" v="860" actId="47"/>
        <pc:sldMkLst>
          <pc:docMk/>
          <pc:sldMk cId="4059779004" sldId="1390"/>
        </pc:sldMkLst>
      </pc:sldChg>
      <pc:sldChg chg="add">
        <pc:chgData name="Lenni Lobel" userId="38f762f444469328" providerId="LiveId" clId="{8E72B6CF-AC8F-4901-8240-2A5002DBCA06}" dt="2020-02-18T21:15:17.238" v="852"/>
        <pc:sldMkLst>
          <pc:docMk/>
          <pc:sldMk cId="1056027372" sldId="1391"/>
        </pc:sldMkLst>
      </pc:sldChg>
      <pc:sldChg chg="add">
        <pc:chgData name="Lenni Lobel" userId="38f762f444469328" providerId="LiveId" clId="{8E72B6CF-AC8F-4901-8240-2A5002DBCA06}" dt="2020-02-18T21:19:36.086" v="854"/>
        <pc:sldMkLst>
          <pc:docMk/>
          <pc:sldMk cId="3841206322" sldId="1392"/>
        </pc:sldMkLst>
      </pc:sldChg>
      <pc:sldChg chg="addSp delSp add del mod">
        <pc:chgData name="Lenni Lobel" userId="38f762f444469328" providerId="LiveId" clId="{8E72B6CF-AC8F-4901-8240-2A5002DBCA06}" dt="2020-02-18T21:23:28.593" v="869" actId="47"/>
        <pc:sldMkLst>
          <pc:docMk/>
          <pc:sldMk cId="1596265820" sldId="1393"/>
        </pc:sldMkLst>
      </pc:sldChg>
      <pc:sldChg chg="addSp delSp modSp add mod modAnim">
        <pc:chgData name="Lenni Lobel" userId="38f762f444469328" providerId="LiveId" clId="{8E72B6CF-AC8F-4901-8240-2A5002DBCA06}" dt="2020-02-18T21:40:28.645" v="1016" actId="14100"/>
        <pc:sldMkLst>
          <pc:docMk/>
          <pc:sldMk cId="558870829" sldId="1394"/>
        </pc:sldMkLst>
      </pc:sldChg>
      <pc:sldChg chg="addSp delSp add mod ord delAnim">
        <pc:chgData name="Lenni Lobel" userId="38f762f444469328" providerId="LiveId" clId="{8E72B6CF-AC8F-4901-8240-2A5002DBCA06}" dt="2020-02-19T13:00:33.197" v="1128"/>
        <pc:sldMkLst>
          <pc:docMk/>
          <pc:sldMk cId="2035741879" sldId="1395"/>
        </pc:sldMkLst>
      </pc:sldChg>
      <pc:sldChg chg="addSp delSp add del mod ord addAnim delAnim">
        <pc:chgData name="Lenni Lobel" userId="38f762f444469328" providerId="LiveId" clId="{8E72B6CF-AC8F-4901-8240-2A5002DBCA06}" dt="2020-02-18T21:39:44.718" v="990"/>
        <pc:sldMkLst>
          <pc:docMk/>
          <pc:sldMk cId="4099382115" sldId="1395"/>
        </pc:sldMkLst>
      </pc:sldChg>
      <pc:sldChg chg="addSp delSp add mod delAnim">
        <pc:chgData name="Lenni Lobel" userId="38f762f444469328" providerId="LiveId" clId="{8E72B6CF-AC8F-4901-8240-2A5002DBCA06}" dt="2020-02-19T12:58:49.127" v="1109"/>
        <pc:sldMkLst>
          <pc:docMk/>
          <pc:sldMk cId="3707480893" sldId="1396"/>
        </pc:sldMkLst>
      </pc:sldChg>
      <pc:sldChg chg="addSp delSp add mod">
        <pc:chgData name="Lenni Lobel" userId="38f762f444469328" providerId="LiveId" clId="{8E72B6CF-AC8F-4901-8240-2A5002DBCA06}" dt="2020-02-19T12:59:00.606" v="1111"/>
        <pc:sldMkLst>
          <pc:docMk/>
          <pc:sldMk cId="2963024857" sldId="1397"/>
        </pc:sldMkLst>
      </pc:sldChg>
      <pc:sldChg chg="addSp delSp add mod">
        <pc:chgData name="Lenni Lobel" userId="38f762f444469328" providerId="LiveId" clId="{8E72B6CF-AC8F-4901-8240-2A5002DBCA06}" dt="2020-02-19T12:59:08.856" v="1113"/>
        <pc:sldMkLst>
          <pc:docMk/>
          <pc:sldMk cId="1366196069" sldId="1398"/>
        </pc:sldMkLst>
      </pc:sldChg>
      <pc:sldChg chg="addSp delSp add mod">
        <pc:chgData name="Lenni Lobel" userId="38f762f444469328" providerId="LiveId" clId="{8E72B6CF-AC8F-4901-8240-2A5002DBCA06}" dt="2020-02-19T12:59:25.659" v="1117"/>
        <pc:sldMkLst>
          <pc:docMk/>
          <pc:sldMk cId="617548057" sldId="1399"/>
        </pc:sldMkLst>
      </pc:sldChg>
      <pc:sldChg chg="addSp delSp add mod">
        <pc:chgData name="Lenni Lobel" userId="38f762f444469328" providerId="LiveId" clId="{8E72B6CF-AC8F-4901-8240-2A5002DBCA06}" dt="2020-02-19T12:59:39.805" v="1119"/>
        <pc:sldMkLst>
          <pc:docMk/>
          <pc:sldMk cId="1969571740" sldId="1400"/>
        </pc:sldMkLst>
      </pc:sldChg>
      <pc:sldChg chg="addSp delSp add mod">
        <pc:chgData name="Lenni Lobel" userId="38f762f444469328" providerId="LiveId" clId="{8E72B6CF-AC8F-4901-8240-2A5002DBCA06}" dt="2020-02-19T12:59:51.929" v="1121"/>
        <pc:sldMkLst>
          <pc:docMk/>
          <pc:sldMk cId="4200147531" sldId="1401"/>
        </pc:sldMkLst>
      </pc:sldChg>
      <pc:sldChg chg="addSp delSp modSp add mod modAnim">
        <pc:chgData name="Lenni Lobel" userId="38f762f444469328" providerId="LiveId" clId="{8E72B6CF-AC8F-4901-8240-2A5002DBCA06}" dt="2020-02-19T13:00:03.716" v="1124" actId="167"/>
        <pc:sldMkLst>
          <pc:docMk/>
          <pc:sldMk cId="2517738444" sldId="1402"/>
        </pc:sldMkLst>
      </pc:sldChg>
      <pc:sldChg chg="addSp delSp add mod">
        <pc:chgData name="Lenni Lobel" userId="38f762f444469328" providerId="LiveId" clId="{8E72B6CF-AC8F-4901-8240-2A5002DBCA06}" dt="2020-02-19T13:00:20.545" v="1126"/>
        <pc:sldMkLst>
          <pc:docMk/>
          <pc:sldMk cId="1236986112" sldId="1403"/>
        </pc:sldMkLst>
      </pc:sldChg>
      <pc:sldChg chg="addSp delSp add mod ord">
        <pc:chgData name="Lenni Lobel" userId="38f762f444469328" providerId="LiveId" clId="{8E72B6CF-AC8F-4901-8240-2A5002DBCA06}" dt="2020-02-19T12:59:16.234" v="1115"/>
        <pc:sldMkLst>
          <pc:docMk/>
          <pc:sldMk cId="1523906514" sldId="1404"/>
        </pc:sldMkLst>
      </pc:sldChg>
      <pc:sldChg chg="addSp add del">
        <pc:chgData name="Lenni Lobel" userId="38f762f444469328" providerId="LiveId" clId="{8E72B6CF-AC8F-4901-8240-2A5002DBCA06}" dt="2020-02-19T12:50:59.311" v="1077" actId="47"/>
        <pc:sldMkLst>
          <pc:docMk/>
          <pc:sldMk cId="2904111836" sldId="1405"/>
        </pc:sldMkLst>
      </pc:sldChg>
      <pc:sldChg chg="addSp delSp add mod">
        <pc:chgData name="Lenni Lobel" userId="38f762f444469328" providerId="LiveId" clId="{8E72B6CF-AC8F-4901-8240-2A5002DBCA06}" dt="2020-02-19T13:00:41.517" v="1130"/>
        <pc:sldMkLst>
          <pc:docMk/>
          <pc:sldMk cId="4266175097" sldId="1406"/>
        </pc:sldMkLst>
      </pc:sldChg>
      <pc:sldChg chg="addSp delSp add mod">
        <pc:chgData name="Lenni Lobel" userId="38f762f444469328" providerId="LiveId" clId="{8E72B6CF-AC8F-4901-8240-2A5002DBCA06}" dt="2020-02-19T13:01:06.108" v="1134"/>
        <pc:sldMkLst>
          <pc:docMk/>
          <pc:sldMk cId="3398605759" sldId="1407"/>
        </pc:sldMkLst>
      </pc:sldChg>
      <pc:sldChg chg="addSp delSp add mod">
        <pc:chgData name="Lenni Lobel" userId="38f762f444469328" providerId="LiveId" clId="{8E72B6CF-AC8F-4901-8240-2A5002DBCA06}" dt="2020-02-19T13:01:17.877" v="1136"/>
        <pc:sldMkLst>
          <pc:docMk/>
          <pc:sldMk cId="3840821330" sldId="1408"/>
        </pc:sldMkLst>
      </pc:sldChg>
      <pc:sldChg chg="addSp delSp add mod">
        <pc:chgData name="Lenni Lobel" userId="38f762f444469328" providerId="LiveId" clId="{8E72B6CF-AC8F-4901-8240-2A5002DBCA06}" dt="2020-02-19T13:01:38.606" v="1138"/>
        <pc:sldMkLst>
          <pc:docMk/>
          <pc:sldMk cId="4191304094" sldId="1409"/>
        </pc:sldMkLst>
      </pc:sldChg>
      <pc:sldChg chg="addSp add modAnim">
        <pc:chgData name="Lenni Lobel" userId="38f762f444469328" providerId="LiveId" clId="{8E72B6CF-AC8F-4901-8240-2A5002DBCA06}" dt="2020-02-19T13:02:35.035" v="1141"/>
        <pc:sldMkLst>
          <pc:docMk/>
          <pc:sldMk cId="201188676" sldId="1410"/>
        </pc:sldMkLst>
      </pc:sldChg>
      <pc:sldChg chg="add del">
        <pc:chgData name="Lenni Lobel" userId="38f762f444469328" providerId="LiveId" clId="{8E72B6CF-AC8F-4901-8240-2A5002DBCA06}" dt="2020-02-19T13:02:10.036" v="1140" actId="47"/>
        <pc:sldMkLst>
          <pc:docMk/>
          <pc:sldMk cId="3330234200" sldId="1411"/>
        </pc:sldMkLst>
      </pc:sldChg>
      <pc:sldChg chg="addSp delSp add mod ord">
        <pc:chgData name="Lenni Lobel" userId="38f762f444469328" providerId="LiveId" clId="{8E72B6CF-AC8F-4901-8240-2A5002DBCA06}" dt="2020-02-19T13:00:50.794" v="1132"/>
        <pc:sldMkLst>
          <pc:docMk/>
          <pc:sldMk cId="696048285" sldId="1412"/>
        </pc:sldMkLst>
      </pc:sldChg>
      <pc:sldChg chg="addSp delSp modSp add mod ord delAnim modAnim">
        <pc:chgData name="Lenni Lobel" userId="38f762f444469328" providerId="LiveId" clId="{8E72B6CF-AC8F-4901-8240-2A5002DBCA06}" dt="2020-02-19T13:43:17.036" v="1343"/>
        <pc:sldMkLst>
          <pc:docMk/>
          <pc:sldMk cId="2828222344" sldId="1413"/>
        </pc:sldMkLst>
      </pc:sldChg>
      <pc:sldChg chg="addSp delSp modSp add mod ord delAnim modAnim">
        <pc:chgData name="Lenni Lobel" userId="38f762f444469328" providerId="LiveId" clId="{8E72B6CF-AC8F-4901-8240-2A5002DBCA06}" dt="2020-02-19T13:47:40.764" v="1409"/>
        <pc:sldMkLst>
          <pc:docMk/>
          <pc:sldMk cId="1980072117" sldId="1414"/>
        </pc:sldMkLst>
      </pc:sldChg>
      <pc:sldChg chg="addSp delSp modSp add mod">
        <pc:chgData name="Lenni Lobel" userId="38f762f444469328" providerId="LiveId" clId="{8E72B6CF-AC8F-4901-8240-2A5002DBCA06}" dt="2020-02-19T13:23:56.864" v="1176"/>
        <pc:sldMkLst>
          <pc:docMk/>
          <pc:sldMk cId="1272631545" sldId="1415"/>
        </pc:sldMkLst>
      </pc:sldChg>
      <pc:sldChg chg="addSp delSp modSp add mod">
        <pc:chgData name="Lenni Lobel" userId="38f762f444469328" providerId="LiveId" clId="{8E72B6CF-AC8F-4901-8240-2A5002DBCA06}" dt="2020-02-19T13:24:22.565" v="1184"/>
        <pc:sldMkLst>
          <pc:docMk/>
          <pc:sldMk cId="3604155960" sldId="1416"/>
        </pc:sldMkLst>
      </pc:sldChg>
      <pc:sldChg chg="addSp modSp add mod modAnim">
        <pc:chgData name="Lenni Lobel" userId="38f762f444469328" providerId="LiveId" clId="{8E72B6CF-AC8F-4901-8240-2A5002DBCA06}" dt="2020-02-19T13:48:48.909" v="1437"/>
        <pc:sldMkLst>
          <pc:docMk/>
          <pc:sldMk cId="2807469605" sldId="1417"/>
        </pc:sldMkLst>
      </pc:sldChg>
      <pc:sldChg chg="addSp add ord">
        <pc:chgData name="Lenni Lobel" userId="38f762f444469328" providerId="LiveId" clId="{8E72B6CF-AC8F-4901-8240-2A5002DBCA06}" dt="2020-02-19T13:27:56.550" v="1197"/>
        <pc:sldMkLst>
          <pc:docMk/>
          <pc:sldMk cId="3095984457" sldId="1418"/>
        </pc:sldMkLst>
      </pc:sldChg>
      <pc:sldChg chg="addSp modSp add mod modAnim">
        <pc:chgData name="Lenni Lobel" userId="38f762f444469328" providerId="LiveId" clId="{8E72B6CF-AC8F-4901-8240-2A5002DBCA06}" dt="2020-02-19T13:40:39.471" v="1305" actId="1035"/>
        <pc:sldMkLst>
          <pc:docMk/>
          <pc:sldMk cId="1781967817" sldId="1419"/>
        </pc:sldMkLst>
      </pc:sldChg>
      <pc:sldChg chg="addSp delSp add del mod ord">
        <pc:chgData name="Lenni Lobel" userId="38f762f444469328" providerId="LiveId" clId="{8E72B6CF-AC8F-4901-8240-2A5002DBCA06}" dt="2020-02-19T13:24:38.100" v="1185"/>
        <pc:sldMkLst>
          <pc:docMk/>
          <pc:sldMk cId="1669983260" sldId="1420"/>
        </pc:sldMkLst>
      </pc:sldChg>
      <pc:sldChg chg="add ord">
        <pc:chgData name="Lenni Lobel" userId="38f762f444469328" providerId="LiveId" clId="{8E72B6CF-AC8F-4901-8240-2A5002DBCA06}" dt="2020-02-19T13:24:02.842" v="1179"/>
        <pc:sldMkLst>
          <pc:docMk/>
          <pc:sldMk cId="1423350572" sldId="1421"/>
        </pc:sldMkLst>
      </pc:sldChg>
      <pc:sldChg chg="add del">
        <pc:chgData name="Lenni Lobel" userId="38f762f444469328" providerId="LiveId" clId="{8E72B6CF-AC8F-4901-8240-2A5002DBCA06}" dt="2020-02-19T13:53:59.521" v="1484" actId="47"/>
        <pc:sldMkLst>
          <pc:docMk/>
          <pc:sldMk cId="705464139" sldId="1422"/>
        </pc:sldMkLst>
      </pc:sldChg>
      <pc:sldChg chg="addSp delSp modSp add mod delAnim modAnim">
        <pc:chgData name="Lenni Lobel" userId="38f762f444469328" providerId="LiveId" clId="{8E72B6CF-AC8F-4901-8240-2A5002DBCA06}" dt="2020-02-19T13:44:39.656" v="1364" actId="14100"/>
        <pc:sldMkLst>
          <pc:docMk/>
          <pc:sldMk cId="3143579353" sldId="1423"/>
        </pc:sldMkLst>
      </pc:sldChg>
      <pc:sldChg chg="addSp delSp add mod">
        <pc:chgData name="Lenni Lobel" userId="38f762f444469328" providerId="LiveId" clId="{8E72B6CF-AC8F-4901-8240-2A5002DBCA06}" dt="2020-02-19T13:30:40.761" v="1223"/>
        <pc:sldMkLst>
          <pc:docMk/>
          <pc:sldMk cId="1074890018" sldId="1424"/>
        </pc:sldMkLst>
      </pc:sldChg>
      <pc:sldChg chg="addSp add ord">
        <pc:chgData name="Lenni Lobel" userId="38f762f444469328" providerId="LiveId" clId="{8E72B6CF-AC8F-4901-8240-2A5002DBCA06}" dt="2020-02-19T13:30:50.928" v="1227"/>
        <pc:sldMkLst>
          <pc:docMk/>
          <pc:sldMk cId="1904175743" sldId="1425"/>
        </pc:sldMkLst>
      </pc:sldChg>
      <pc:sldChg chg="addSp add">
        <pc:chgData name="Lenni Lobel" userId="38f762f444469328" providerId="LiveId" clId="{8E72B6CF-AC8F-4901-8240-2A5002DBCA06}" dt="2020-02-19T13:31:55.240" v="1230"/>
        <pc:sldMkLst>
          <pc:docMk/>
          <pc:sldMk cId="2301658677" sldId="1426"/>
        </pc:sldMkLst>
      </pc:sldChg>
      <pc:sldChg chg="addSp modSp add mod ord modAnim">
        <pc:chgData name="Lenni Lobel" userId="38f762f444469328" providerId="LiveId" clId="{8E72B6CF-AC8F-4901-8240-2A5002DBCA06}" dt="2020-02-19T13:43:24.845" v="1344"/>
        <pc:sldMkLst>
          <pc:docMk/>
          <pc:sldMk cId="3801913328" sldId="1427"/>
        </pc:sldMkLst>
      </pc:sldChg>
      <pc:sldChg chg="addSp modSp add mod ord modAnim">
        <pc:chgData name="Lenni Lobel" userId="38f762f444469328" providerId="LiveId" clId="{8E72B6CF-AC8F-4901-8240-2A5002DBCA06}" dt="2020-02-19T13:53:26.355" v="1474" actId="14100"/>
        <pc:sldMkLst>
          <pc:docMk/>
          <pc:sldMk cId="1784108694" sldId="1428"/>
        </pc:sldMkLst>
      </pc:sldChg>
      <pc:sldChg chg="addSp delSp add mod modAnim">
        <pc:chgData name="Lenni Lobel" userId="38f762f444469328" providerId="LiveId" clId="{8E72B6CF-AC8F-4901-8240-2A5002DBCA06}" dt="2020-02-19T13:49:18.596" v="1438"/>
        <pc:sldMkLst>
          <pc:docMk/>
          <pc:sldMk cId="3839595588" sldId="1429"/>
        </pc:sldMkLst>
      </pc:sldChg>
      <pc:sldChg chg="addSp add">
        <pc:chgData name="Lenni Lobel" userId="38f762f444469328" providerId="LiveId" clId="{8E72B6CF-AC8F-4901-8240-2A5002DBCA06}" dt="2020-02-19T13:37:04.681" v="1234"/>
        <pc:sldMkLst>
          <pc:docMk/>
          <pc:sldMk cId="4235246996" sldId="1430"/>
        </pc:sldMkLst>
      </pc:sldChg>
      <pc:sldChg chg="addSp modSp add mod modAnim">
        <pc:chgData name="Lenni Lobel" userId="38f762f444469328" providerId="LiveId" clId="{8E72B6CF-AC8F-4901-8240-2A5002DBCA06}" dt="2020-02-19T13:50:03.635" v="1441" actId="14100"/>
        <pc:sldMkLst>
          <pc:docMk/>
          <pc:sldMk cId="1895463293" sldId="1431"/>
        </pc:sldMkLst>
      </pc:sldChg>
      <pc:sldChg chg="addSp modSp add mod modAnim">
        <pc:chgData name="Lenni Lobel" userId="38f762f444469328" providerId="LiveId" clId="{8E72B6CF-AC8F-4901-8240-2A5002DBCA06}" dt="2020-02-19T13:53:48.267" v="1483" actId="14100"/>
        <pc:sldMkLst>
          <pc:docMk/>
          <pc:sldMk cId="2544523095" sldId="1432"/>
        </pc:sldMkLst>
      </pc:sldChg>
      <pc:sldChg chg="add del">
        <pc:chgData name="Lenni Lobel" userId="38f762f444469328" providerId="LiveId" clId="{8E72B6CF-AC8F-4901-8240-2A5002DBCA06}" dt="2020-02-19T13:38:26.349" v="1237" actId="47"/>
        <pc:sldMkLst>
          <pc:docMk/>
          <pc:sldMk cId="2135536756" sldId="1433"/>
        </pc:sldMkLst>
      </pc:sldChg>
      <pc:sldChg chg="add del">
        <pc:chgData name="Lenni Lobel" userId="38f762f444469328" providerId="LiveId" clId="{8E72B6CF-AC8F-4901-8240-2A5002DBCA06}" dt="2020-02-19T13:38:26.349" v="1237" actId="47"/>
        <pc:sldMkLst>
          <pc:docMk/>
          <pc:sldMk cId="1115539473" sldId="1434"/>
        </pc:sldMkLst>
      </pc:sldChg>
      <pc:sldChg chg="add del">
        <pc:chgData name="Lenni Lobel" userId="38f762f444469328" providerId="LiveId" clId="{8E72B6CF-AC8F-4901-8240-2A5002DBCA06}" dt="2020-02-19T13:38:26.349" v="1237" actId="47"/>
        <pc:sldMkLst>
          <pc:docMk/>
          <pc:sldMk cId="1314718012" sldId="1435"/>
        </pc:sldMkLst>
      </pc:sldChg>
      <pc:sldChg chg="add del">
        <pc:chgData name="Lenni Lobel" userId="38f762f444469328" providerId="LiveId" clId="{8E72B6CF-AC8F-4901-8240-2A5002DBCA06}" dt="2020-02-19T13:38:26.349" v="1237" actId="47"/>
        <pc:sldMkLst>
          <pc:docMk/>
          <pc:sldMk cId="3216861288" sldId="1436"/>
        </pc:sldMkLst>
      </pc:sldChg>
      <pc:sldChg chg="add del">
        <pc:chgData name="Lenni Lobel" userId="38f762f444469328" providerId="LiveId" clId="{8E72B6CF-AC8F-4901-8240-2A5002DBCA06}" dt="2020-02-19T13:38:26.349" v="1237" actId="47"/>
        <pc:sldMkLst>
          <pc:docMk/>
          <pc:sldMk cId="1220796125" sldId="1437"/>
        </pc:sldMkLst>
      </pc:sldChg>
      <pc:sldChg chg="addSp add ord">
        <pc:chgData name="Lenni Lobel" userId="38f762f444469328" providerId="LiveId" clId="{8E72B6CF-AC8F-4901-8240-2A5002DBCA06}" dt="2020-02-19T13:29:32.948" v="1215"/>
        <pc:sldMkLst>
          <pc:docMk/>
          <pc:sldMk cId="3622853705" sldId="1438"/>
        </pc:sldMkLst>
      </pc:sldChg>
      <pc:sldChg chg="add del">
        <pc:chgData name="Lenni Lobel" userId="38f762f444469328" providerId="LiveId" clId="{8E72B6CF-AC8F-4901-8240-2A5002DBCA06}" dt="2020-02-19T13:38:26.349" v="1237" actId="47"/>
        <pc:sldMkLst>
          <pc:docMk/>
          <pc:sldMk cId="3978120309" sldId="1439"/>
        </pc:sldMkLst>
      </pc:sldChg>
      <pc:sldChg chg="add del">
        <pc:chgData name="Lenni Lobel" userId="38f762f444469328" providerId="LiveId" clId="{8E72B6CF-AC8F-4901-8240-2A5002DBCA06}" dt="2020-02-19T13:38:26.349" v="1237" actId="47"/>
        <pc:sldMkLst>
          <pc:docMk/>
          <pc:sldMk cId="2586971187" sldId="1440"/>
        </pc:sldMkLst>
      </pc:sldChg>
      <pc:sldChg chg="add ord">
        <pc:chgData name="Lenni Lobel" userId="38f762f444469328" providerId="LiveId" clId="{8E72B6CF-AC8F-4901-8240-2A5002DBCA06}" dt="2020-02-19T13:29:41.243" v="1218"/>
        <pc:sldMkLst>
          <pc:docMk/>
          <pc:sldMk cId="2598927752" sldId="1441"/>
        </pc:sldMkLst>
      </pc:sldChg>
      <pc:sldChg chg="addSp delSp add mod">
        <pc:chgData name="Lenni Lobel" userId="38f762f444469328" providerId="LiveId" clId="{8E72B6CF-AC8F-4901-8240-2A5002DBCA06}" dt="2020-02-19T13:31:39.740" v="1229"/>
        <pc:sldMkLst>
          <pc:docMk/>
          <pc:sldMk cId="1982987102" sldId="1442"/>
        </pc:sldMkLst>
      </pc:sldChg>
      <pc:sldChg chg="addSp modSp add mod ord modAnim">
        <pc:chgData name="Lenni Lobel" userId="38f762f444469328" providerId="LiveId" clId="{8E72B6CF-AC8F-4901-8240-2A5002DBCA06}" dt="2020-02-19T13:56:37.170" v="1492"/>
        <pc:sldMkLst>
          <pc:docMk/>
          <pc:sldMk cId="763570867" sldId="1443"/>
        </pc:sldMkLst>
      </pc:sldChg>
      <pc:sldChg chg="addSp delSp modSp add mod delAnim modAnim">
        <pc:chgData name="Lenni Lobel" userId="38f762f444469328" providerId="LiveId" clId="{8E72B6CF-AC8F-4901-8240-2A5002DBCA06}" dt="2020-02-19T14:19:29.549" v="1578" actId="14100"/>
        <pc:sldMkLst>
          <pc:docMk/>
          <pc:sldMk cId="2526012993" sldId="1444"/>
        </pc:sldMkLst>
      </pc:sldChg>
      <pc:sldChg chg="add del">
        <pc:chgData name="Lenni Lobel" userId="38f762f444469328" providerId="LiveId" clId="{8E72B6CF-AC8F-4901-8240-2A5002DBCA06}" dt="2020-02-19T14:11:34.483" v="1550" actId="47"/>
        <pc:sldMkLst>
          <pc:docMk/>
          <pc:sldMk cId="635784838" sldId="1445"/>
        </pc:sldMkLst>
      </pc:sldChg>
      <pc:sldChg chg="addSp delSp modSp add mod modAnim">
        <pc:chgData name="Lenni Lobel" userId="38f762f444469328" providerId="LiveId" clId="{8E72B6CF-AC8F-4901-8240-2A5002DBCA06}" dt="2020-02-19T14:19:44.761" v="1583" actId="1035"/>
        <pc:sldMkLst>
          <pc:docMk/>
          <pc:sldMk cId="3722223859" sldId="1446"/>
        </pc:sldMkLst>
      </pc:sldChg>
      <pc:sldChg chg="addSp add">
        <pc:chgData name="Lenni Lobel" userId="38f762f444469328" providerId="LiveId" clId="{8E72B6CF-AC8F-4901-8240-2A5002DBCA06}" dt="2020-02-19T14:03:26.893" v="1506"/>
        <pc:sldMkLst>
          <pc:docMk/>
          <pc:sldMk cId="1428169056" sldId="1447"/>
        </pc:sldMkLst>
      </pc:sldChg>
      <pc:sldChg chg="addSp add">
        <pc:chgData name="Lenni Lobel" userId="38f762f444469328" providerId="LiveId" clId="{8E72B6CF-AC8F-4901-8240-2A5002DBCA06}" dt="2020-02-19T14:03:35.321" v="1507"/>
        <pc:sldMkLst>
          <pc:docMk/>
          <pc:sldMk cId="1383564029" sldId="1448"/>
        </pc:sldMkLst>
      </pc:sldChg>
      <pc:sldChg chg="addSp add">
        <pc:chgData name="Lenni Lobel" userId="38f762f444469328" providerId="LiveId" clId="{8E72B6CF-AC8F-4901-8240-2A5002DBCA06}" dt="2020-02-19T14:04:02.125" v="1513"/>
        <pc:sldMkLst>
          <pc:docMk/>
          <pc:sldMk cId="1521671017" sldId="1449"/>
        </pc:sldMkLst>
      </pc:sldChg>
      <pc:sldChg chg="addSp add">
        <pc:chgData name="Lenni Lobel" userId="38f762f444469328" providerId="LiveId" clId="{8E72B6CF-AC8F-4901-8240-2A5002DBCA06}" dt="2020-02-19T14:04:12.631" v="1514"/>
        <pc:sldMkLst>
          <pc:docMk/>
          <pc:sldMk cId="305235877" sldId="1450"/>
        </pc:sldMkLst>
      </pc:sldChg>
      <pc:sldChg chg="addSp delSp modSp add mod modAnim">
        <pc:chgData name="Lenni Lobel" userId="38f762f444469328" providerId="LiveId" clId="{8E72B6CF-AC8F-4901-8240-2A5002DBCA06}" dt="2020-02-19T14:18:55.320" v="1557" actId="1037"/>
        <pc:sldMkLst>
          <pc:docMk/>
          <pc:sldMk cId="2226774968" sldId="1451"/>
        </pc:sldMkLst>
      </pc:sldChg>
      <pc:sldChg chg="addSp delSp add mod">
        <pc:chgData name="Lenni Lobel" userId="38f762f444469328" providerId="LiveId" clId="{8E72B6CF-AC8F-4901-8240-2A5002DBCA06}" dt="2020-02-19T14:06:02.744" v="1522"/>
        <pc:sldMkLst>
          <pc:docMk/>
          <pc:sldMk cId="1170851093" sldId="1452"/>
        </pc:sldMkLst>
      </pc:sldChg>
      <pc:sldChg chg="addSp add">
        <pc:chgData name="Lenni Lobel" userId="38f762f444469328" providerId="LiveId" clId="{8E72B6CF-AC8F-4901-8240-2A5002DBCA06}" dt="2020-02-19T14:06:15.847" v="1523"/>
        <pc:sldMkLst>
          <pc:docMk/>
          <pc:sldMk cId="1573665601" sldId="1453"/>
        </pc:sldMkLst>
      </pc:sldChg>
      <pc:sldChg chg="addSp add">
        <pc:chgData name="Lenni Lobel" userId="38f762f444469328" providerId="LiveId" clId="{8E72B6CF-AC8F-4901-8240-2A5002DBCA06}" dt="2020-02-19T14:06:23.380" v="1524"/>
        <pc:sldMkLst>
          <pc:docMk/>
          <pc:sldMk cId="2428582581" sldId="1454"/>
        </pc:sldMkLst>
      </pc:sldChg>
      <pc:sldChg chg="addSp delSp add">
        <pc:chgData name="Lenni Lobel" userId="38f762f444469328" providerId="LiveId" clId="{8E72B6CF-AC8F-4901-8240-2A5002DBCA06}" dt="2020-02-19T14:06:39.462" v="1527"/>
        <pc:sldMkLst>
          <pc:docMk/>
          <pc:sldMk cId="2427207024" sldId="1455"/>
        </pc:sldMkLst>
      </pc:sldChg>
      <pc:sldChg chg="addSp add">
        <pc:chgData name="Lenni Lobel" userId="38f762f444469328" providerId="LiveId" clId="{8E72B6CF-AC8F-4901-8240-2A5002DBCA06}" dt="2020-02-19T14:06:41.745" v="1528"/>
        <pc:sldMkLst>
          <pc:docMk/>
          <pc:sldMk cId="13909599" sldId="1456"/>
        </pc:sldMkLst>
      </pc:sldChg>
      <pc:sldChg chg="addSp add">
        <pc:chgData name="Lenni Lobel" userId="38f762f444469328" providerId="LiveId" clId="{8E72B6CF-AC8F-4901-8240-2A5002DBCA06}" dt="2020-02-19T14:07:02.639" v="1529"/>
        <pc:sldMkLst>
          <pc:docMk/>
          <pc:sldMk cId="1940604643" sldId="1457"/>
        </pc:sldMkLst>
      </pc:sldChg>
      <pc:sldChg chg="addSp add modAnim">
        <pc:chgData name="Lenni Lobel" userId="38f762f444469328" providerId="LiveId" clId="{8E72B6CF-AC8F-4901-8240-2A5002DBCA06}" dt="2020-02-19T14:20:59.371" v="1584"/>
        <pc:sldMkLst>
          <pc:docMk/>
          <pc:sldMk cId="2320620818" sldId="1458"/>
        </pc:sldMkLst>
      </pc:sldChg>
      <pc:sldChg chg="addSp add">
        <pc:chgData name="Lenni Lobel" userId="38f762f444469328" providerId="LiveId" clId="{8E72B6CF-AC8F-4901-8240-2A5002DBCA06}" dt="2020-02-19T14:08:16.573" v="1531"/>
        <pc:sldMkLst>
          <pc:docMk/>
          <pc:sldMk cId="257210562" sldId="1459"/>
        </pc:sldMkLst>
      </pc:sldChg>
      <pc:sldChg chg="addSp add">
        <pc:chgData name="Lenni Lobel" userId="38f762f444469328" providerId="LiveId" clId="{8E72B6CF-AC8F-4901-8240-2A5002DBCA06}" dt="2020-02-19T14:08:33.273" v="1537"/>
        <pc:sldMkLst>
          <pc:docMk/>
          <pc:sldMk cId="1121088501" sldId="1460"/>
        </pc:sldMkLst>
      </pc:sldChg>
      <pc:sldChg chg="addSp add">
        <pc:chgData name="Lenni Lobel" userId="38f762f444469328" providerId="LiveId" clId="{8E72B6CF-AC8F-4901-8240-2A5002DBCA06}" dt="2020-02-19T14:08:54.675" v="1538"/>
        <pc:sldMkLst>
          <pc:docMk/>
          <pc:sldMk cId="517518939" sldId="1461"/>
        </pc:sldMkLst>
      </pc:sldChg>
      <pc:sldChg chg="addSp add">
        <pc:chgData name="Lenni Lobel" userId="38f762f444469328" providerId="LiveId" clId="{8E72B6CF-AC8F-4901-8240-2A5002DBCA06}" dt="2020-02-19T14:09:42.599" v="1539"/>
        <pc:sldMkLst>
          <pc:docMk/>
          <pc:sldMk cId="608323395" sldId="1462"/>
        </pc:sldMkLst>
      </pc:sldChg>
      <pc:sldChg chg="addSp add">
        <pc:chgData name="Lenni Lobel" userId="38f762f444469328" providerId="LiveId" clId="{8E72B6CF-AC8F-4901-8240-2A5002DBCA06}" dt="2020-02-19T14:09:55.014" v="1540"/>
        <pc:sldMkLst>
          <pc:docMk/>
          <pc:sldMk cId="1577723487" sldId="1463"/>
        </pc:sldMkLst>
      </pc:sldChg>
      <pc:sldChg chg="addSp add">
        <pc:chgData name="Lenni Lobel" userId="38f762f444469328" providerId="LiveId" clId="{8E72B6CF-AC8F-4901-8240-2A5002DBCA06}" dt="2020-02-19T14:10:07.101" v="1541"/>
        <pc:sldMkLst>
          <pc:docMk/>
          <pc:sldMk cId="2242618048" sldId="1464"/>
        </pc:sldMkLst>
      </pc:sldChg>
      <pc:sldChg chg="addSp add">
        <pc:chgData name="Lenni Lobel" userId="38f762f444469328" providerId="LiveId" clId="{8E72B6CF-AC8F-4901-8240-2A5002DBCA06}" dt="2020-02-19T14:10:21.037" v="1547"/>
        <pc:sldMkLst>
          <pc:docMk/>
          <pc:sldMk cId="3606744211" sldId="1465"/>
        </pc:sldMkLst>
      </pc:sldChg>
      <pc:sldChg chg="addSp add">
        <pc:chgData name="Lenni Lobel" userId="38f762f444469328" providerId="LiveId" clId="{8E72B6CF-AC8F-4901-8240-2A5002DBCA06}" dt="2020-02-19T14:10:28.392" v="1548"/>
        <pc:sldMkLst>
          <pc:docMk/>
          <pc:sldMk cId="3669314488" sldId="1466"/>
        </pc:sldMkLst>
      </pc:sldChg>
      <pc:sldChg chg="addSp add modAnim">
        <pc:chgData name="Lenni Lobel" userId="38f762f444469328" providerId="LiveId" clId="{8E72B6CF-AC8F-4901-8240-2A5002DBCA06}" dt="2020-02-19T14:21:18.664" v="1585"/>
        <pc:sldMkLst>
          <pc:docMk/>
          <pc:sldMk cId="3416941822" sldId="1467"/>
        </pc:sldMkLst>
      </pc:sldChg>
      <pc:sldChg chg="addSp delSp add mod delAnim">
        <pc:chgData name="Lenni Lobel" userId="38f762f444469328" providerId="LiveId" clId="{8E72B6CF-AC8F-4901-8240-2A5002DBCA06}" dt="2020-02-19T14:26:11.813" v="1597"/>
        <pc:sldMkLst>
          <pc:docMk/>
          <pc:sldMk cId="1676828531" sldId="1468"/>
        </pc:sldMkLst>
      </pc:sldChg>
      <pc:sldChg chg="add del">
        <pc:chgData name="Lenni Lobel" userId="38f762f444469328" providerId="LiveId" clId="{8E72B6CF-AC8F-4901-8240-2A5002DBCA06}" dt="2020-02-19T14:11:34.483" v="1550" actId="47"/>
        <pc:sldMkLst>
          <pc:docMk/>
          <pc:sldMk cId="2528752385" sldId="1468"/>
        </pc:sldMkLst>
      </pc:sldChg>
      <pc:sldChg chg="add del">
        <pc:chgData name="Lenni Lobel" userId="38f762f444469328" providerId="LiveId" clId="{8E72B6CF-AC8F-4901-8240-2A5002DBCA06}" dt="2020-02-19T14:11:34.483" v="1550" actId="47"/>
        <pc:sldMkLst>
          <pc:docMk/>
          <pc:sldMk cId="770634369" sldId="1469"/>
        </pc:sldMkLst>
      </pc:sldChg>
      <pc:sldChg chg="addSp delSp add mod delAnim modAnim">
        <pc:chgData name="Lenni Lobel" userId="38f762f444469328" providerId="LiveId" clId="{8E72B6CF-AC8F-4901-8240-2A5002DBCA06}" dt="2020-02-19T14:31:13.325" v="1646"/>
        <pc:sldMkLst>
          <pc:docMk/>
          <pc:sldMk cId="1373926502" sldId="1469"/>
        </pc:sldMkLst>
      </pc:sldChg>
      <pc:sldChg chg="add del">
        <pc:chgData name="Lenni Lobel" userId="38f762f444469328" providerId="LiveId" clId="{8E72B6CF-AC8F-4901-8240-2A5002DBCA06}" dt="2020-02-19T14:11:34.483" v="1550" actId="47"/>
        <pc:sldMkLst>
          <pc:docMk/>
          <pc:sldMk cId="3690163825" sldId="1470"/>
        </pc:sldMkLst>
      </pc:sldChg>
      <pc:sldChg chg="addSp add">
        <pc:chgData name="Lenni Lobel" userId="38f762f444469328" providerId="LiveId" clId="{8E72B6CF-AC8F-4901-8240-2A5002DBCA06}" dt="2020-02-19T14:26:25.538" v="1598"/>
        <pc:sldMkLst>
          <pc:docMk/>
          <pc:sldMk cId="4192793890" sldId="1470"/>
        </pc:sldMkLst>
      </pc:sldChg>
      <pc:sldChg chg="addSp add">
        <pc:chgData name="Lenni Lobel" userId="38f762f444469328" providerId="LiveId" clId="{8E72B6CF-AC8F-4901-8240-2A5002DBCA06}" dt="2020-02-19T14:27:07.888" v="1599"/>
        <pc:sldMkLst>
          <pc:docMk/>
          <pc:sldMk cId="3992705188" sldId="1471"/>
        </pc:sldMkLst>
      </pc:sldChg>
      <pc:sldChg chg="addSp add">
        <pc:chgData name="Lenni Lobel" userId="38f762f444469328" providerId="LiveId" clId="{8E72B6CF-AC8F-4901-8240-2A5002DBCA06}" dt="2020-02-19T14:27:14.622" v="1600"/>
        <pc:sldMkLst>
          <pc:docMk/>
          <pc:sldMk cId="964091748" sldId="1472"/>
        </pc:sldMkLst>
      </pc:sldChg>
      <pc:sldChg chg="addSp add">
        <pc:chgData name="Lenni Lobel" userId="38f762f444469328" providerId="LiveId" clId="{8E72B6CF-AC8F-4901-8240-2A5002DBCA06}" dt="2020-02-19T14:27:21.518" v="1601"/>
        <pc:sldMkLst>
          <pc:docMk/>
          <pc:sldMk cId="651407156" sldId="1473"/>
        </pc:sldMkLst>
      </pc:sldChg>
      <pc:sldChg chg="addSp delSp modSp add mod modAnim">
        <pc:chgData name="Lenni Lobel" userId="38f762f444469328" providerId="LiveId" clId="{8E72B6CF-AC8F-4901-8240-2A5002DBCA06}" dt="2020-02-19T14:31:05.319" v="1643"/>
        <pc:sldMkLst>
          <pc:docMk/>
          <pc:sldMk cId="1376848250" sldId="1474"/>
        </pc:sldMkLst>
      </pc:sldChg>
      <pc:sldChg chg="addSp delSp add modAnim">
        <pc:chgData name="Lenni Lobel" userId="38f762f444469328" providerId="LiveId" clId="{8E72B6CF-AC8F-4901-8240-2A5002DBCA06}" dt="2020-02-19T14:31:07.539" v="1645"/>
        <pc:sldMkLst>
          <pc:docMk/>
          <pc:sldMk cId="3587451037" sldId="1475"/>
        </pc:sldMkLst>
      </pc:sldChg>
      <pc:sldChg chg="addSp add">
        <pc:chgData name="Lenni Lobel" userId="38f762f444469328" providerId="LiveId" clId="{8E72B6CF-AC8F-4901-8240-2A5002DBCA06}" dt="2020-02-19T14:27:48.593" v="1604"/>
        <pc:sldMkLst>
          <pc:docMk/>
          <pc:sldMk cId="3606940944" sldId="1476"/>
        </pc:sldMkLst>
      </pc:sldChg>
      <pc:sldChg chg="delSp add del mod delAnim">
        <pc:chgData name="Lenni Lobel" userId="38f762f444469328" providerId="LiveId" clId="{8E72B6CF-AC8F-4901-8240-2A5002DBCA06}" dt="2020-02-19T14:32:16.357" v="1688" actId="47"/>
        <pc:sldMkLst>
          <pc:docMk/>
          <pc:sldMk cId="2093870279" sldId="1477"/>
        </pc:sldMkLst>
      </pc:sldChg>
      <pc:sldChg chg="addSp add">
        <pc:chgData name="Lenni Lobel" userId="38f762f444469328" providerId="LiveId" clId="{8E72B6CF-AC8F-4901-8240-2A5002DBCA06}" dt="2020-02-19T14:28:55.010" v="1626"/>
        <pc:sldMkLst>
          <pc:docMk/>
          <pc:sldMk cId="2444094829" sldId="1478"/>
        </pc:sldMkLst>
      </pc:sldChg>
      <pc:sldChg chg="add del">
        <pc:chgData name="Lenni Lobel" userId="38f762f444469328" providerId="LiveId" clId="{8E72B6CF-AC8F-4901-8240-2A5002DBCA06}" dt="2020-02-19T14:28:12.172" v="1615"/>
        <pc:sldMkLst>
          <pc:docMk/>
          <pc:sldMk cId="3655729932" sldId="1478"/>
        </pc:sldMkLst>
      </pc:sldChg>
      <pc:sldChg chg="add del">
        <pc:chgData name="Lenni Lobel" userId="38f762f444469328" providerId="LiveId" clId="{8E72B6CF-AC8F-4901-8240-2A5002DBCA06}" dt="2020-02-19T14:28:11.972" v="1614"/>
        <pc:sldMkLst>
          <pc:docMk/>
          <pc:sldMk cId="10078789" sldId="1479"/>
        </pc:sldMkLst>
      </pc:sldChg>
      <pc:sldChg chg="addSp modSp add mod modAnim">
        <pc:chgData name="Lenni Lobel" userId="38f762f444469328" providerId="LiveId" clId="{8E72B6CF-AC8F-4901-8240-2A5002DBCA06}" dt="2020-02-19T14:31:52.516" v="1677" actId="1038"/>
        <pc:sldMkLst>
          <pc:docMk/>
          <pc:sldMk cId="1990117170" sldId="1479"/>
        </pc:sldMkLst>
      </pc:sldChg>
      <pc:sldChg chg="addSp add">
        <pc:chgData name="Lenni Lobel" userId="38f762f444469328" providerId="LiveId" clId="{8E72B6CF-AC8F-4901-8240-2A5002DBCA06}" dt="2020-02-19T14:29:30.656" v="1633"/>
        <pc:sldMkLst>
          <pc:docMk/>
          <pc:sldMk cId="242719685" sldId="1480"/>
        </pc:sldMkLst>
      </pc:sldChg>
      <pc:sldChg chg="add del">
        <pc:chgData name="Lenni Lobel" userId="38f762f444469328" providerId="LiveId" clId="{8E72B6CF-AC8F-4901-8240-2A5002DBCA06}" dt="2020-02-19T14:28:11.814" v="1613"/>
        <pc:sldMkLst>
          <pc:docMk/>
          <pc:sldMk cId="3610849210" sldId="1480"/>
        </pc:sldMkLst>
      </pc:sldChg>
      <pc:sldChg chg="add del">
        <pc:chgData name="Lenni Lobel" userId="38f762f444469328" providerId="LiveId" clId="{8E72B6CF-AC8F-4901-8240-2A5002DBCA06}" dt="2020-02-19T14:28:11.616" v="1612"/>
        <pc:sldMkLst>
          <pc:docMk/>
          <pc:sldMk cId="218624839" sldId="1481"/>
        </pc:sldMkLst>
      </pc:sldChg>
      <pc:sldChg chg="addSp add">
        <pc:chgData name="Lenni Lobel" userId="38f762f444469328" providerId="LiveId" clId="{8E72B6CF-AC8F-4901-8240-2A5002DBCA06}" dt="2020-02-19T14:29:38.549" v="1634"/>
        <pc:sldMkLst>
          <pc:docMk/>
          <pc:sldMk cId="3794873383" sldId="1481"/>
        </pc:sldMkLst>
      </pc:sldChg>
      <pc:sldChg chg="addSp add modAnim">
        <pc:chgData name="Lenni Lobel" userId="38f762f444469328" providerId="LiveId" clId="{8E72B6CF-AC8F-4901-8240-2A5002DBCA06}" dt="2020-02-19T14:31:19.936" v="1647"/>
        <pc:sldMkLst>
          <pc:docMk/>
          <pc:sldMk cId="2797334621" sldId="1482"/>
        </pc:sldMkLst>
      </pc:sldChg>
      <pc:sldChg chg="add del">
        <pc:chgData name="Lenni Lobel" userId="38f762f444469328" providerId="LiveId" clId="{8E72B6CF-AC8F-4901-8240-2A5002DBCA06}" dt="2020-02-19T14:28:11.169" v="1611"/>
        <pc:sldMkLst>
          <pc:docMk/>
          <pc:sldMk cId="4017098453" sldId="1482"/>
        </pc:sldMkLst>
      </pc:sldChg>
      <pc:sldChg chg="addSp add">
        <pc:chgData name="Lenni Lobel" userId="38f762f444469328" providerId="LiveId" clId="{8E72B6CF-AC8F-4901-8240-2A5002DBCA06}" dt="2020-02-19T14:30:12.892" v="1636"/>
        <pc:sldMkLst>
          <pc:docMk/>
          <pc:sldMk cId="938460172" sldId="1483"/>
        </pc:sldMkLst>
      </pc:sldChg>
      <pc:sldChg chg="addSp modSp add mod modAnim">
        <pc:chgData name="Lenni Lobel" userId="38f762f444469328" providerId="LiveId" clId="{8E72B6CF-AC8F-4901-8240-2A5002DBCA06}" dt="2020-02-19T14:32:13.277" v="1687" actId="1036"/>
        <pc:sldMkLst>
          <pc:docMk/>
          <pc:sldMk cId="277946919" sldId="1484"/>
        </pc:sldMkLst>
      </pc:sldChg>
      <pc:sldChg chg="add del">
        <pc:chgData name="Lenni Lobel" userId="38f762f444469328" providerId="LiveId" clId="{8E72B6CF-AC8F-4901-8240-2A5002DBCA06}" dt="2020-02-19T14:30:45.956" v="1638" actId="47"/>
        <pc:sldMkLst>
          <pc:docMk/>
          <pc:sldMk cId="2581738917" sldId="1485"/>
        </pc:sldMkLst>
      </pc:sldChg>
      <pc:sldChg chg="addSp delSp add ord">
        <pc:chgData name="Lenni Lobel" userId="38f762f444469328" providerId="LiveId" clId="{8E72B6CF-AC8F-4901-8240-2A5002DBCA06}" dt="2020-02-19T14:29:28.597" v="1632"/>
        <pc:sldMkLst>
          <pc:docMk/>
          <pc:sldMk cId="1249024680" sldId="1486"/>
        </pc:sldMkLst>
      </pc:sldChg>
    </pc:docChg>
  </pc:docChgLst>
  <pc:docChgLst>
    <pc:chgData name="Lenni Lobel" userId="38f762f444469328" providerId="LiveId" clId="{24A96B80-80E7-4EBD-88FB-318AFD6C44A5}"/>
    <pc:docChg chg="undo custSel addSld delSld modSld sldOrd">
      <pc:chgData name="Lenni Lobel" userId="38f762f444469328" providerId="LiveId" clId="{24A96B80-80E7-4EBD-88FB-318AFD6C44A5}" dt="2019-10-19T16:16:35.863" v="803" actId="27636"/>
      <pc:docMkLst>
        <pc:docMk/>
      </pc:docMkLst>
      <pc:sldChg chg="modSp">
        <pc:chgData name="Lenni Lobel" userId="38f762f444469328" providerId="LiveId" clId="{24A96B80-80E7-4EBD-88FB-318AFD6C44A5}" dt="2019-10-19T13:53:21.956" v="53" actId="20577"/>
        <pc:sldMkLst>
          <pc:docMk/>
          <pc:sldMk cId="1465299317" sldId="265"/>
        </pc:sldMkLst>
      </pc:sldChg>
      <pc:sldChg chg="modSp">
        <pc:chgData name="Lenni Lobel" userId="38f762f444469328" providerId="LiveId" clId="{24A96B80-80E7-4EBD-88FB-318AFD6C44A5}" dt="2019-10-19T13:53:06.738" v="43" actId="20577"/>
        <pc:sldMkLst>
          <pc:docMk/>
          <pc:sldMk cId="2234205357" sldId="471"/>
        </pc:sldMkLst>
      </pc:sldChg>
      <pc:sldChg chg="modSp setBg">
        <pc:chgData name="Lenni Lobel" userId="38f762f444469328" providerId="LiveId" clId="{24A96B80-80E7-4EBD-88FB-318AFD6C44A5}" dt="2019-10-19T13:34:40.545" v="36" actId="20577"/>
        <pc:sldMkLst>
          <pc:docMk/>
          <pc:sldMk cId="3143048040" sldId="610"/>
        </pc:sldMkLst>
      </pc:sldChg>
      <pc:sldChg chg="add del">
        <pc:chgData name="Lenni Lobel" userId="38f762f444469328" providerId="LiveId" clId="{24A96B80-80E7-4EBD-88FB-318AFD6C44A5}" dt="2019-10-19T13:57:19.763" v="86"/>
        <pc:sldMkLst>
          <pc:docMk/>
          <pc:sldMk cId="1284075459" sldId="856"/>
        </pc:sldMkLst>
      </pc:sldChg>
      <pc:sldChg chg="add del">
        <pc:chgData name="Lenni Lobel" userId="38f762f444469328" providerId="LiveId" clId="{24A96B80-80E7-4EBD-88FB-318AFD6C44A5}" dt="2019-10-19T13:57:19.763" v="86"/>
        <pc:sldMkLst>
          <pc:docMk/>
          <pc:sldMk cId="3640314037" sldId="857"/>
        </pc:sldMkLst>
      </pc:sldChg>
      <pc:sldChg chg="add del">
        <pc:chgData name="Lenni Lobel" userId="38f762f444469328" providerId="LiveId" clId="{24A96B80-80E7-4EBD-88FB-318AFD6C44A5}" dt="2019-10-19T13:57:19.763" v="86"/>
        <pc:sldMkLst>
          <pc:docMk/>
          <pc:sldMk cId="1404353610" sldId="932"/>
        </pc:sldMkLst>
      </pc:sldChg>
      <pc:sldChg chg="add del">
        <pc:chgData name="Lenni Lobel" userId="38f762f444469328" providerId="LiveId" clId="{24A96B80-80E7-4EBD-88FB-318AFD6C44A5}" dt="2019-10-19T13:57:19.763" v="86"/>
        <pc:sldMkLst>
          <pc:docMk/>
          <pc:sldMk cId="1115261596" sldId="935"/>
        </pc:sldMkLst>
      </pc:sldChg>
      <pc:sldChg chg="modSp add del modAnim">
        <pc:chgData name="Lenni Lobel" userId="38f762f444469328" providerId="LiveId" clId="{24A96B80-80E7-4EBD-88FB-318AFD6C44A5}" dt="2019-10-19T16:16:35.863" v="803" actId="27636"/>
        <pc:sldMkLst>
          <pc:docMk/>
          <pc:sldMk cId="838586981" sldId="939"/>
        </pc:sldMkLst>
      </pc:sldChg>
      <pc:sldChg chg="addSp delSp add del modNotesTx">
        <pc:chgData name="Lenni Lobel" userId="38f762f444469328" providerId="LiveId" clId="{24A96B80-80E7-4EBD-88FB-318AFD6C44A5}" dt="2019-10-19T14:20:58.316" v="221" actId="6549"/>
        <pc:sldMkLst>
          <pc:docMk/>
          <pc:sldMk cId="880791423" sldId="947"/>
        </pc:sldMkLst>
      </pc:sldChg>
      <pc:sldChg chg="addSp delSp modSp add del">
        <pc:chgData name="Lenni Lobel" userId="38f762f444469328" providerId="LiveId" clId="{24A96B80-80E7-4EBD-88FB-318AFD6C44A5}" dt="2019-10-19T14:13:02.857" v="171" actId="1035"/>
        <pc:sldMkLst>
          <pc:docMk/>
          <pc:sldMk cId="2582653321" sldId="948"/>
        </pc:sldMkLst>
      </pc:sldChg>
      <pc:sldChg chg="add del">
        <pc:chgData name="Lenni Lobel" userId="38f762f444469328" providerId="LiveId" clId="{24A96B80-80E7-4EBD-88FB-318AFD6C44A5}" dt="2019-10-19T14:10:06.869" v="121" actId="2696"/>
        <pc:sldMkLst>
          <pc:docMk/>
          <pc:sldMk cId="1322224489" sldId="949"/>
        </pc:sldMkLst>
      </pc:sldChg>
      <pc:sldChg chg="addSp delSp modSp add del">
        <pc:chgData name="Lenni Lobel" userId="38f762f444469328" providerId="LiveId" clId="{24A96B80-80E7-4EBD-88FB-318AFD6C44A5}" dt="2019-10-19T14:47:34.466" v="333" actId="1076"/>
        <pc:sldMkLst>
          <pc:docMk/>
          <pc:sldMk cId="3334521752" sldId="955"/>
        </pc:sldMkLst>
      </pc:sldChg>
      <pc:sldChg chg="add del">
        <pc:chgData name="Lenni Lobel" userId="38f762f444469328" providerId="LiveId" clId="{24A96B80-80E7-4EBD-88FB-318AFD6C44A5}" dt="2019-10-19T14:17:52.007" v="212" actId="2696"/>
        <pc:sldMkLst>
          <pc:docMk/>
          <pc:sldMk cId="3890283016" sldId="956"/>
        </pc:sldMkLst>
      </pc:sldChg>
      <pc:sldChg chg="addSp delSp modSp add del">
        <pc:chgData name="Lenni Lobel" userId="38f762f444469328" providerId="LiveId" clId="{24A96B80-80E7-4EBD-88FB-318AFD6C44A5}" dt="2019-10-19T14:27:27.197" v="232" actId="1036"/>
        <pc:sldMkLst>
          <pc:docMk/>
          <pc:sldMk cId="1211230986" sldId="960"/>
        </pc:sldMkLst>
      </pc:sldChg>
      <pc:sldChg chg="add del">
        <pc:chgData name="Lenni Lobel" userId="38f762f444469328" providerId="LiveId" clId="{24A96B80-80E7-4EBD-88FB-318AFD6C44A5}" dt="2019-10-19T14:18:21.407" v="214" actId="2696"/>
        <pc:sldMkLst>
          <pc:docMk/>
          <pc:sldMk cId="2649519206" sldId="961"/>
        </pc:sldMkLst>
      </pc:sldChg>
      <pc:sldChg chg="add del">
        <pc:chgData name="Lenni Lobel" userId="38f762f444469328" providerId="LiveId" clId="{24A96B80-80E7-4EBD-88FB-318AFD6C44A5}" dt="2019-10-19T14:20:30.739" v="217" actId="2696"/>
        <pc:sldMkLst>
          <pc:docMk/>
          <pc:sldMk cId="3331124432" sldId="962"/>
        </pc:sldMkLst>
      </pc:sldChg>
      <pc:sldChg chg="add del">
        <pc:chgData name="Lenni Lobel" userId="38f762f444469328" providerId="LiveId" clId="{24A96B80-80E7-4EBD-88FB-318AFD6C44A5}" dt="2019-10-19T14:43:12.888" v="303" actId="2696"/>
        <pc:sldMkLst>
          <pc:docMk/>
          <pc:sldMk cId="1365927627" sldId="965"/>
        </pc:sldMkLst>
      </pc:sldChg>
      <pc:sldChg chg="add del">
        <pc:chgData name="Lenni Lobel" userId="38f762f444469328" providerId="LiveId" clId="{24A96B80-80E7-4EBD-88FB-318AFD6C44A5}" dt="2019-10-19T14:47:01.453" v="330" actId="2696"/>
        <pc:sldMkLst>
          <pc:docMk/>
          <pc:sldMk cId="2030182652" sldId="967"/>
        </pc:sldMkLst>
      </pc:sldChg>
      <pc:sldChg chg="add del">
        <pc:chgData name="Lenni Lobel" userId="38f762f444469328" providerId="LiveId" clId="{24A96B80-80E7-4EBD-88FB-318AFD6C44A5}" dt="2019-10-19T15:08:48.353" v="496" actId="2696"/>
        <pc:sldMkLst>
          <pc:docMk/>
          <pc:sldMk cId="4020639502" sldId="971"/>
        </pc:sldMkLst>
      </pc:sldChg>
      <pc:sldChg chg="add del">
        <pc:chgData name="Lenni Lobel" userId="38f762f444469328" providerId="LiveId" clId="{24A96B80-80E7-4EBD-88FB-318AFD6C44A5}" dt="2019-10-19T14:59:19.407" v="350" actId="2696"/>
        <pc:sldMkLst>
          <pc:docMk/>
          <pc:sldMk cId="3524848097" sldId="972"/>
        </pc:sldMkLst>
      </pc:sldChg>
      <pc:sldChg chg="addSp delSp add del">
        <pc:chgData name="Lenni Lobel" userId="38f762f444469328" providerId="LiveId" clId="{24A96B80-80E7-4EBD-88FB-318AFD6C44A5}" dt="2019-10-19T15:02:40.743" v="396"/>
        <pc:sldMkLst>
          <pc:docMk/>
          <pc:sldMk cId="2214291167" sldId="973"/>
        </pc:sldMkLst>
      </pc:sldChg>
      <pc:sldChg chg="addSp delSp modSp add del modNotesTx">
        <pc:chgData name="Lenni Lobel" userId="38f762f444469328" providerId="LiveId" clId="{24A96B80-80E7-4EBD-88FB-318AFD6C44A5}" dt="2019-10-19T14:10:20.078" v="151" actId="20577"/>
        <pc:sldMkLst>
          <pc:docMk/>
          <pc:sldMk cId="2751909237" sldId="976"/>
        </pc:sldMkLst>
      </pc:sldChg>
      <pc:sldChg chg="add del">
        <pc:chgData name="Lenni Lobel" userId="38f762f444469328" providerId="LiveId" clId="{24A96B80-80E7-4EBD-88FB-318AFD6C44A5}" dt="2019-10-19T14:47:55.088" v="334" actId="2696"/>
        <pc:sldMkLst>
          <pc:docMk/>
          <pc:sldMk cId="2620597144" sldId="978"/>
        </pc:sldMkLst>
      </pc:sldChg>
      <pc:sldChg chg="modSp add del">
        <pc:chgData name="Lenni Lobel" userId="38f762f444469328" providerId="LiveId" clId="{24A96B80-80E7-4EBD-88FB-318AFD6C44A5}" dt="2019-10-19T14:45:10.735" v="322" actId="2696"/>
        <pc:sldMkLst>
          <pc:docMk/>
          <pc:sldMk cId="91863268" sldId="979"/>
        </pc:sldMkLst>
      </pc:sldChg>
      <pc:sldChg chg="add del">
        <pc:chgData name="Lenni Lobel" userId="38f762f444469328" providerId="LiveId" clId="{24A96B80-80E7-4EBD-88FB-318AFD6C44A5}" dt="2019-10-19T13:57:19.763" v="86"/>
        <pc:sldMkLst>
          <pc:docMk/>
          <pc:sldMk cId="2753072457" sldId="981"/>
        </pc:sldMkLst>
      </pc:sldChg>
      <pc:sldChg chg="add del">
        <pc:chgData name="Lenni Lobel" userId="38f762f444469328" providerId="LiveId" clId="{24A96B80-80E7-4EBD-88FB-318AFD6C44A5}" dt="2019-10-19T13:57:19.763" v="86"/>
        <pc:sldMkLst>
          <pc:docMk/>
          <pc:sldMk cId="1952261070" sldId="984"/>
        </pc:sldMkLst>
      </pc:sldChg>
      <pc:sldChg chg="modSp add del modAnim">
        <pc:chgData name="Lenni Lobel" userId="38f762f444469328" providerId="LiveId" clId="{24A96B80-80E7-4EBD-88FB-318AFD6C44A5}" dt="2019-10-19T16:15:17.165" v="755" actId="20577"/>
        <pc:sldMkLst>
          <pc:docMk/>
          <pc:sldMk cId="680647006" sldId="993"/>
        </pc:sldMkLst>
      </pc:sldChg>
      <pc:sldChg chg="addSp delSp add del delAnim">
        <pc:chgData name="Lenni Lobel" userId="38f762f444469328" providerId="LiveId" clId="{24A96B80-80E7-4EBD-88FB-318AFD6C44A5}" dt="2019-10-19T15:00:48.904" v="371" actId="2696"/>
        <pc:sldMkLst>
          <pc:docMk/>
          <pc:sldMk cId="212968568" sldId="994"/>
        </pc:sldMkLst>
      </pc:sldChg>
      <pc:sldChg chg="add del">
        <pc:chgData name="Lenni Lobel" userId="38f762f444469328" providerId="LiveId" clId="{24A96B80-80E7-4EBD-88FB-318AFD6C44A5}" dt="2019-10-19T13:57:19.763" v="86"/>
        <pc:sldMkLst>
          <pc:docMk/>
          <pc:sldMk cId="3926718541" sldId="996"/>
        </pc:sldMkLst>
      </pc:sldChg>
      <pc:sldChg chg="add del">
        <pc:chgData name="Lenni Lobel" userId="38f762f444469328" providerId="LiveId" clId="{24A96B80-80E7-4EBD-88FB-318AFD6C44A5}" dt="2019-10-19T15:15:18.704" v="543" actId="2696"/>
        <pc:sldMkLst>
          <pc:docMk/>
          <pc:sldMk cId="2488180560" sldId="997"/>
        </pc:sldMkLst>
      </pc:sldChg>
      <pc:sldChg chg="add del">
        <pc:chgData name="Lenni Lobel" userId="38f762f444469328" providerId="LiveId" clId="{24A96B80-80E7-4EBD-88FB-318AFD6C44A5}" dt="2019-10-19T13:57:19.763" v="86"/>
        <pc:sldMkLst>
          <pc:docMk/>
          <pc:sldMk cId="2685986234" sldId="1000"/>
        </pc:sldMkLst>
      </pc:sldChg>
      <pc:sldChg chg="add del">
        <pc:chgData name="Lenni Lobel" userId="38f762f444469328" providerId="LiveId" clId="{24A96B80-80E7-4EBD-88FB-318AFD6C44A5}" dt="2019-10-19T13:57:19.763" v="86"/>
        <pc:sldMkLst>
          <pc:docMk/>
          <pc:sldMk cId="564730472" sldId="1009"/>
        </pc:sldMkLst>
      </pc:sldChg>
      <pc:sldChg chg="add del">
        <pc:chgData name="Lenni Lobel" userId="38f762f444469328" providerId="LiveId" clId="{24A96B80-80E7-4EBD-88FB-318AFD6C44A5}" dt="2019-10-19T13:57:19.763" v="86"/>
        <pc:sldMkLst>
          <pc:docMk/>
          <pc:sldMk cId="1578133021" sldId="1014"/>
        </pc:sldMkLst>
      </pc:sldChg>
      <pc:sldChg chg="modSp add del">
        <pc:chgData name="Lenni Lobel" userId="38f762f444469328" providerId="LiveId" clId="{24A96B80-80E7-4EBD-88FB-318AFD6C44A5}" dt="2019-10-19T16:14:33.275" v="723" actId="2696"/>
        <pc:sldMkLst>
          <pc:docMk/>
          <pc:sldMk cId="2031761620" sldId="1015"/>
        </pc:sldMkLst>
      </pc:sldChg>
      <pc:sldChg chg="add del">
        <pc:chgData name="Lenni Lobel" userId="38f762f444469328" providerId="LiveId" clId="{24A96B80-80E7-4EBD-88FB-318AFD6C44A5}" dt="2019-10-19T13:57:19.763" v="86"/>
        <pc:sldMkLst>
          <pc:docMk/>
          <pc:sldMk cId="288765642" sldId="1016"/>
        </pc:sldMkLst>
      </pc:sldChg>
      <pc:sldChg chg="add">
        <pc:chgData name="Lenni Lobel" userId="38f762f444469328" providerId="LiveId" clId="{24A96B80-80E7-4EBD-88FB-318AFD6C44A5}" dt="2019-10-19T13:57:19.763" v="86"/>
        <pc:sldMkLst>
          <pc:docMk/>
          <pc:sldMk cId="3339365685" sldId="1099"/>
        </pc:sldMkLst>
      </pc:sldChg>
      <pc:sldChg chg="add del">
        <pc:chgData name="Lenni Lobel" userId="38f762f444469328" providerId="LiveId" clId="{24A96B80-80E7-4EBD-88FB-318AFD6C44A5}" dt="2019-10-19T14:10:26.897" v="152" actId="2696"/>
        <pc:sldMkLst>
          <pc:docMk/>
          <pc:sldMk cId="677947642" sldId="1100"/>
        </pc:sldMkLst>
      </pc:sldChg>
      <pc:sldChg chg="addSp delSp add">
        <pc:chgData name="Lenni Lobel" userId="38f762f444469328" providerId="LiveId" clId="{24A96B80-80E7-4EBD-88FB-318AFD6C44A5}" dt="2019-10-19T14:18:15.199" v="213"/>
        <pc:sldMkLst>
          <pc:docMk/>
          <pc:sldMk cId="1332854340" sldId="1100"/>
        </pc:sldMkLst>
      </pc:sldChg>
      <pc:sldChg chg="add del">
        <pc:chgData name="Lenni Lobel" userId="38f762f444469328" providerId="LiveId" clId="{24A96B80-80E7-4EBD-88FB-318AFD6C44A5}" dt="2019-10-19T14:13:47.840" v="172" actId="2696"/>
        <pc:sldMkLst>
          <pc:docMk/>
          <pc:sldMk cId="3409971762" sldId="1100"/>
        </pc:sldMkLst>
      </pc:sldChg>
      <pc:sldChg chg="add del">
        <pc:chgData name="Lenni Lobel" userId="38f762f444469328" providerId="LiveId" clId="{24A96B80-80E7-4EBD-88FB-318AFD6C44A5}" dt="2019-10-19T14:09:20.151" v="117" actId="2696"/>
        <pc:sldMkLst>
          <pc:docMk/>
          <pc:sldMk cId="3525816466" sldId="1100"/>
        </pc:sldMkLst>
      </pc:sldChg>
      <pc:sldChg chg="addSp add del">
        <pc:chgData name="Lenni Lobel" userId="38f762f444469328" providerId="LiveId" clId="{24A96B80-80E7-4EBD-88FB-318AFD6C44A5}" dt="2019-10-19T14:16:32.206" v="195" actId="2696"/>
        <pc:sldMkLst>
          <pc:docMk/>
          <pc:sldMk cId="4041585779" sldId="1100"/>
        </pc:sldMkLst>
      </pc:sldChg>
      <pc:sldChg chg="addSp add ord">
        <pc:chgData name="Lenni Lobel" userId="38f762f444469328" providerId="LiveId" clId="{24A96B80-80E7-4EBD-88FB-318AFD6C44A5}" dt="2019-10-19T14:18:32.458" v="215"/>
        <pc:sldMkLst>
          <pc:docMk/>
          <pc:sldMk cId="648437132" sldId="1101"/>
        </pc:sldMkLst>
      </pc:sldChg>
      <pc:sldChg chg="add del">
        <pc:chgData name="Lenni Lobel" userId="38f762f444469328" providerId="LiveId" clId="{24A96B80-80E7-4EBD-88FB-318AFD6C44A5}" dt="2019-10-19T14:16:32.182" v="194" actId="2696"/>
        <pc:sldMkLst>
          <pc:docMk/>
          <pc:sldMk cId="684141912" sldId="1101"/>
        </pc:sldMkLst>
      </pc:sldChg>
      <pc:sldChg chg="add del">
        <pc:chgData name="Lenni Lobel" userId="38f762f444469328" providerId="LiveId" clId="{24A96B80-80E7-4EBD-88FB-318AFD6C44A5}" dt="2019-10-19T14:16:51.901" v="200"/>
        <pc:sldMkLst>
          <pc:docMk/>
          <pc:sldMk cId="921933996" sldId="1101"/>
        </pc:sldMkLst>
      </pc:sldChg>
      <pc:sldChg chg="add del">
        <pc:chgData name="Lenni Lobel" userId="38f762f444469328" providerId="LiveId" clId="{24A96B80-80E7-4EBD-88FB-318AFD6C44A5}" dt="2019-10-19T14:20:35.334" v="219" actId="2696"/>
        <pc:sldMkLst>
          <pc:docMk/>
          <pc:sldMk cId="923320551" sldId="1102"/>
        </pc:sldMkLst>
      </pc:sldChg>
      <pc:sldChg chg="add del">
        <pc:chgData name="Lenni Lobel" userId="38f762f444469328" providerId="LiveId" clId="{24A96B80-80E7-4EBD-88FB-318AFD6C44A5}" dt="2019-10-19T14:16:51.315" v="199"/>
        <pc:sldMkLst>
          <pc:docMk/>
          <pc:sldMk cId="1693172717" sldId="1102"/>
        </pc:sldMkLst>
      </pc:sldChg>
      <pc:sldChg chg="add del">
        <pc:chgData name="Lenni Lobel" userId="38f762f444469328" providerId="LiveId" clId="{24A96B80-80E7-4EBD-88FB-318AFD6C44A5}" dt="2019-10-19T14:20:35.334" v="220" actId="2696"/>
        <pc:sldMkLst>
          <pc:docMk/>
          <pc:sldMk cId="1341746756" sldId="1103"/>
        </pc:sldMkLst>
      </pc:sldChg>
      <pc:sldChg chg="add del">
        <pc:chgData name="Lenni Lobel" userId="38f762f444469328" providerId="LiveId" clId="{24A96B80-80E7-4EBD-88FB-318AFD6C44A5}" dt="2019-10-19T14:20:35.319" v="218" actId="2696"/>
        <pc:sldMkLst>
          <pc:docMk/>
          <pc:sldMk cId="488956847" sldId="1104"/>
        </pc:sldMkLst>
      </pc:sldChg>
      <pc:sldChg chg="addSp add">
        <pc:chgData name="Lenni Lobel" userId="38f762f444469328" providerId="LiveId" clId="{24A96B80-80E7-4EBD-88FB-318AFD6C44A5}" dt="2019-10-19T14:20:21.078" v="216"/>
        <pc:sldMkLst>
          <pc:docMk/>
          <pc:sldMk cId="2128110240" sldId="1105"/>
        </pc:sldMkLst>
      </pc:sldChg>
      <pc:sldChg chg="addSp delSp modSp add">
        <pc:chgData name="Lenni Lobel" userId="38f762f444469328" providerId="LiveId" clId="{24A96B80-80E7-4EBD-88FB-318AFD6C44A5}" dt="2019-10-19T15:18:57.563" v="544" actId="1035"/>
        <pc:sldMkLst>
          <pc:docMk/>
          <pc:sldMk cId="2495280536" sldId="1106"/>
        </pc:sldMkLst>
      </pc:sldChg>
      <pc:sldChg chg="addSp delSp modSp add del delAnim">
        <pc:chgData name="Lenni Lobel" userId="38f762f444469328" providerId="LiveId" clId="{24A96B80-80E7-4EBD-88FB-318AFD6C44A5}" dt="2019-10-19T14:40:19.430" v="276" actId="2696"/>
        <pc:sldMkLst>
          <pc:docMk/>
          <pc:sldMk cId="1461053144" sldId="1107"/>
        </pc:sldMkLst>
      </pc:sldChg>
      <pc:sldChg chg="add del">
        <pc:chgData name="Lenni Lobel" userId="38f762f444469328" providerId="LiveId" clId="{24A96B80-80E7-4EBD-88FB-318AFD6C44A5}" dt="2019-10-19T14:27:43.987" v="233" actId="2696"/>
        <pc:sldMkLst>
          <pc:docMk/>
          <pc:sldMk cId="3678737277" sldId="1107"/>
        </pc:sldMkLst>
      </pc:sldChg>
      <pc:sldChg chg="delSp add del">
        <pc:chgData name="Lenni Lobel" userId="38f762f444469328" providerId="LiveId" clId="{24A96B80-80E7-4EBD-88FB-318AFD6C44A5}" dt="2019-10-19T14:43:33.568" v="307" actId="2696"/>
        <pc:sldMkLst>
          <pc:docMk/>
          <pc:sldMk cId="3035130884" sldId="1108"/>
        </pc:sldMkLst>
      </pc:sldChg>
      <pc:sldChg chg="delSp add del">
        <pc:chgData name="Lenni Lobel" userId="38f762f444469328" providerId="LiveId" clId="{24A96B80-80E7-4EBD-88FB-318AFD6C44A5}" dt="2019-10-19T14:47:04.773" v="331" actId="2696"/>
        <pc:sldMkLst>
          <pc:docMk/>
          <pc:sldMk cId="2850780713" sldId="1109"/>
        </pc:sldMkLst>
      </pc:sldChg>
      <pc:sldChg chg="addSp delSp modSp add">
        <pc:chgData name="Lenni Lobel" userId="38f762f444469328" providerId="LiveId" clId="{24A96B80-80E7-4EBD-88FB-318AFD6C44A5}" dt="2019-10-19T14:40:52.890" v="289" actId="1038"/>
        <pc:sldMkLst>
          <pc:docMk/>
          <pc:sldMk cId="2322725245" sldId="1110"/>
        </pc:sldMkLst>
      </pc:sldChg>
      <pc:sldChg chg="addSp delSp modSp add del">
        <pc:chgData name="Lenni Lobel" userId="38f762f444469328" providerId="LiveId" clId="{24A96B80-80E7-4EBD-88FB-318AFD6C44A5}" dt="2019-10-19T14:40:21.297" v="277" actId="2696"/>
        <pc:sldMkLst>
          <pc:docMk/>
          <pc:sldMk cId="1142434243" sldId="1111"/>
        </pc:sldMkLst>
      </pc:sldChg>
      <pc:sldChg chg="addSp delSp modSp add ord delAnim">
        <pc:chgData name="Lenni Lobel" userId="38f762f444469328" providerId="LiveId" clId="{24A96B80-80E7-4EBD-88FB-318AFD6C44A5}" dt="2019-10-19T14:46:28.688" v="325" actId="1076"/>
        <pc:sldMkLst>
          <pc:docMk/>
          <pc:sldMk cId="1165453814" sldId="1111"/>
        </pc:sldMkLst>
      </pc:sldChg>
      <pc:sldChg chg="addSp delSp modSp add del delAnim">
        <pc:chgData name="Lenni Lobel" userId="38f762f444469328" providerId="LiveId" clId="{24A96B80-80E7-4EBD-88FB-318AFD6C44A5}" dt="2019-10-19T14:43:21.604" v="304" actId="2696"/>
        <pc:sldMkLst>
          <pc:docMk/>
          <pc:sldMk cId="3608136083" sldId="1111"/>
        </pc:sldMkLst>
      </pc:sldChg>
      <pc:sldChg chg="addSp delSp modSp add">
        <pc:chgData name="Lenni Lobel" userId="38f762f444469328" providerId="LiveId" clId="{24A96B80-80E7-4EBD-88FB-318AFD6C44A5}" dt="2019-10-19T14:46:58.672" v="329" actId="1076"/>
        <pc:sldMkLst>
          <pc:docMk/>
          <pc:sldMk cId="386824148" sldId="1112"/>
        </pc:sldMkLst>
      </pc:sldChg>
      <pc:sldChg chg="modSp add modAnim">
        <pc:chgData name="Lenni Lobel" userId="38f762f444469328" providerId="LiveId" clId="{24A96B80-80E7-4EBD-88FB-318AFD6C44A5}" dt="2019-10-19T14:52:31.995" v="349" actId="14100"/>
        <pc:sldMkLst>
          <pc:docMk/>
          <pc:sldMk cId="3679824606" sldId="1113"/>
        </pc:sldMkLst>
      </pc:sldChg>
      <pc:sldChg chg="addSp delSp modSp add delAnim modAnim">
        <pc:chgData name="Lenni Lobel" userId="38f762f444469328" providerId="LiveId" clId="{24A96B80-80E7-4EBD-88FB-318AFD6C44A5}" dt="2019-10-19T15:03:32.264" v="401"/>
        <pc:sldMkLst>
          <pc:docMk/>
          <pc:sldMk cId="2472861925" sldId="1114"/>
        </pc:sldMkLst>
      </pc:sldChg>
      <pc:sldChg chg="addSp delSp modSp add delAnim">
        <pc:chgData name="Lenni Lobel" userId="38f762f444469328" providerId="LiveId" clId="{24A96B80-80E7-4EBD-88FB-318AFD6C44A5}" dt="2019-10-19T15:05:31.568" v="424" actId="1035"/>
        <pc:sldMkLst>
          <pc:docMk/>
          <pc:sldMk cId="1910028625" sldId="1115"/>
        </pc:sldMkLst>
      </pc:sldChg>
      <pc:sldChg chg="addSp delSp modSp add delAnim modAnim">
        <pc:chgData name="Lenni Lobel" userId="38f762f444469328" providerId="LiveId" clId="{24A96B80-80E7-4EBD-88FB-318AFD6C44A5}" dt="2019-10-19T15:03:26.812" v="400"/>
        <pc:sldMkLst>
          <pc:docMk/>
          <pc:sldMk cId="4230683111" sldId="1116"/>
        </pc:sldMkLst>
      </pc:sldChg>
      <pc:sldChg chg="add del">
        <pc:chgData name="Lenni Lobel" userId="38f762f444469328" providerId="LiveId" clId="{24A96B80-80E7-4EBD-88FB-318AFD6C44A5}" dt="2019-10-19T15:04:44.014" v="403" actId="2696"/>
        <pc:sldMkLst>
          <pc:docMk/>
          <pc:sldMk cId="317773673" sldId="1117"/>
        </pc:sldMkLst>
      </pc:sldChg>
      <pc:sldChg chg="add del">
        <pc:chgData name="Lenni Lobel" userId="38f762f444469328" providerId="LiveId" clId="{24A96B80-80E7-4EBD-88FB-318AFD6C44A5}" dt="2019-10-19T15:08:37.535" v="495" actId="2696"/>
        <pc:sldMkLst>
          <pc:docMk/>
          <pc:sldMk cId="2624415625" sldId="1117"/>
        </pc:sldMkLst>
      </pc:sldChg>
      <pc:sldChg chg="addSp delSp modSp add modNotesTx">
        <pc:chgData name="Lenni Lobel" userId="38f762f444469328" providerId="LiveId" clId="{24A96B80-80E7-4EBD-88FB-318AFD6C44A5}" dt="2019-10-19T15:08:26.473" v="494" actId="20577"/>
        <pc:sldMkLst>
          <pc:docMk/>
          <pc:sldMk cId="2680797997" sldId="1118"/>
        </pc:sldMkLst>
      </pc:sldChg>
      <pc:sldChg chg="addSp delSp modSp add del ord">
        <pc:chgData name="Lenni Lobel" userId="38f762f444469328" providerId="LiveId" clId="{24A96B80-80E7-4EBD-88FB-318AFD6C44A5}" dt="2019-10-19T15:28:34.697" v="633" actId="2696"/>
        <pc:sldMkLst>
          <pc:docMk/>
          <pc:sldMk cId="1419673687" sldId="1119"/>
        </pc:sldMkLst>
      </pc:sldChg>
      <pc:sldChg chg="addSp delSp modSp add delAnim modAnim">
        <pc:chgData name="Lenni Lobel" userId="38f762f444469328" providerId="LiveId" clId="{24A96B80-80E7-4EBD-88FB-318AFD6C44A5}" dt="2019-10-19T15:32:27.619" v="668"/>
        <pc:sldMkLst>
          <pc:docMk/>
          <pc:sldMk cId="451599007" sldId="1120"/>
        </pc:sldMkLst>
      </pc:sldChg>
      <pc:sldChg chg="addSp delSp modSp add ord delAnim">
        <pc:chgData name="Lenni Lobel" userId="38f762f444469328" providerId="LiveId" clId="{24A96B80-80E7-4EBD-88FB-318AFD6C44A5}" dt="2019-10-19T15:30:50.551" v="657" actId="478"/>
        <pc:sldMkLst>
          <pc:docMk/>
          <pc:sldMk cId="2144726529" sldId="1121"/>
        </pc:sldMkLst>
      </pc:sldChg>
      <pc:sldChg chg="addSp delSp modSp add del delAnim">
        <pc:chgData name="Lenni Lobel" userId="38f762f444469328" providerId="LiveId" clId="{24A96B80-80E7-4EBD-88FB-318AFD6C44A5}" dt="2019-10-19T15:32:19.561" v="666"/>
        <pc:sldMkLst>
          <pc:docMk/>
          <pc:sldMk cId="2523020331" sldId="1122"/>
        </pc:sldMkLst>
      </pc:sldChg>
      <pc:sldChg chg="addSp delSp modSp add delAnim">
        <pc:chgData name="Lenni Lobel" userId="38f762f444469328" providerId="LiveId" clId="{24A96B80-80E7-4EBD-88FB-318AFD6C44A5}" dt="2019-10-19T15:30:59.994" v="658" actId="478"/>
        <pc:sldMkLst>
          <pc:docMk/>
          <pc:sldMk cId="831369296" sldId="1123"/>
        </pc:sldMkLst>
      </pc:sldChg>
      <pc:sldChg chg="addSp delSp add modAnim">
        <pc:chgData name="Lenni Lobel" userId="38f762f444469328" providerId="LiveId" clId="{24A96B80-80E7-4EBD-88FB-318AFD6C44A5}" dt="2019-10-19T15:32:28.760" v="669"/>
        <pc:sldMkLst>
          <pc:docMk/>
          <pc:sldMk cId="2245472784" sldId="1124"/>
        </pc:sldMkLst>
      </pc:sldChg>
      <pc:sldChg chg="addSp delSp modSp add">
        <pc:chgData name="Lenni Lobel" userId="38f762f444469328" providerId="LiveId" clId="{24A96B80-80E7-4EBD-88FB-318AFD6C44A5}" dt="2019-10-19T16:14:26.964" v="722" actId="20577"/>
        <pc:sldMkLst>
          <pc:docMk/>
          <pc:sldMk cId="435018492" sldId="1125"/>
        </pc:sldMkLst>
      </pc:sldChg>
    </pc:docChg>
  </pc:docChgLst>
  <pc:docChgLst>
    <pc:chgData name="Lenni Lobel" userId="38f762f444469328" providerId="LiveId" clId="{A8A420C3-28EC-42BC-8D97-23E4B00302A4}"/>
    <pc:docChg chg="undo redo custSel addSld delSld modSld sldOrd delMainMaster">
      <pc:chgData name="Lenni Lobel" userId="38f762f444469328" providerId="LiveId" clId="{A8A420C3-28EC-42BC-8D97-23E4B00302A4}" dt="2020-02-16T22:42:41.626" v="15794" actId="20577"/>
      <pc:docMkLst>
        <pc:docMk/>
      </pc:docMkLst>
      <pc:sldChg chg="modSp">
        <pc:chgData name="Lenni Lobel" userId="38f762f444469328" providerId="LiveId" clId="{A8A420C3-28EC-42BC-8D97-23E4B00302A4}" dt="2020-02-15T13:58:03.422" v="11838" actId="20577"/>
        <pc:sldMkLst>
          <pc:docMk/>
          <pc:sldMk cId="1465299317" sldId="265"/>
        </pc:sldMkLst>
      </pc:sldChg>
      <pc:sldChg chg="modTransition">
        <pc:chgData name="Lenni Lobel" userId="38f762f444469328" providerId="LiveId" clId="{A8A420C3-28EC-42BC-8D97-23E4B00302A4}" dt="2020-01-13T01:04:55.162" v="1595"/>
        <pc:sldMkLst>
          <pc:docMk/>
          <pc:sldMk cId="1457102828" sldId="321"/>
        </pc:sldMkLst>
      </pc:sldChg>
      <pc:sldChg chg="modTransition">
        <pc:chgData name="Lenni Lobel" userId="38f762f444469328" providerId="LiveId" clId="{A8A420C3-28EC-42BC-8D97-23E4B00302A4}" dt="2020-01-13T01:04:55.162" v="1595"/>
        <pc:sldMkLst>
          <pc:docMk/>
          <pc:sldMk cId="1001531777" sldId="322"/>
        </pc:sldMkLst>
      </pc:sldChg>
      <pc:sldChg chg="modTransition">
        <pc:chgData name="Lenni Lobel" userId="38f762f444469328" providerId="LiveId" clId="{A8A420C3-28EC-42BC-8D97-23E4B00302A4}" dt="2020-01-13T01:04:55.162" v="1595"/>
        <pc:sldMkLst>
          <pc:docMk/>
          <pc:sldMk cId="1369497053" sldId="323"/>
        </pc:sldMkLst>
      </pc:sldChg>
      <pc:sldChg chg="modTransition">
        <pc:chgData name="Lenni Lobel" userId="38f762f444469328" providerId="LiveId" clId="{A8A420C3-28EC-42BC-8D97-23E4B00302A4}" dt="2020-01-13T01:04:55.162" v="1595"/>
        <pc:sldMkLst>
          <pc:docMk/>
          <pc:sldMk cId="1132997834" sldId="324"/>
        </pc:sldMkLst>
      </pc:sldChg>
      <pc:sldChg chg="modTransition">
        <pc:chgData name="Lenni Lobel" userId="38f762f444469328" providerId="LiveId" clId="{A8A420C3-28EC-42BC-8D97-23E4B00302A4}" dt="2020-01-13T01:04:55.162" v="1595"/>
        <pc:sldMkLst>
          <pc:docMk/>
          <pc:sldMk cId="2903818146" sldId="325"/>
        </pc:sldMkLst>
      </pc:sldChg>
      <pc:sldChg chg="modTransition">
        <pc:chgData name="Lenni Lobel" userId="38f762f444469328" providerId="LiveId" clId="{A8A420C3-28EC-42BC-8D97-23E4B00302A4}" dt="2020-01-13T01:04:55.162" v="1595"/>
        <pc:sldMkLst>
          <pc:docMk/>
          <pc:sldMk cId="1258155161" sldId="326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1736487622" sldId="328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3812389083" sldId="329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3165814954" sldId="330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506736160" sldId="332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1402387557" sldId="333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2533576554" sldId="335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2803432178" sldId="337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3972917601" sldId="338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1179052858" sldId="340"/>
        </pc:sldMkLst>
      </pc:sldChg>
      <pc:sldChg chg="add del">
        <pc:chgData name="Lenni Lobel" userId="38f762f444469328" providerId="LiveId" clId="{A8A420C3-28EC-42BC-8D97-23E4B00302A4}" dt="2020-01-13T03:55:11.990" v="3729" actId="47"/>
        <pc:sldMkLst>
          <pc:docMk/>
          <pc:sldMk cId="3656582694" sldId="458"/>
        </pc:sldMkLst>
      </pc:sldChg>
      <pc:sldChg chg="modSp">
        <pc:chgData name="Lenni Lobel" userId="38f762f444469328" providerId="LiveId" clId="{A8A420C3-28EC-42BC-8D97-23E4B00302A4}" dt="2020-02-15T13:51:31.599" v="11745" actId="20577"/>
        <pc:sldMkLst>
          <pc:docMk/>
          <pc:sldMk cId="2234205357" sldId="471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303174566" sldId="496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2020113309" sldId="497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985137604" sldId="498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3150216803" sldId="499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1138572793" sldId="500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2633505179" sldId="501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4093440826" sldId="502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1184736154" sldId="503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2897796253" sldId="504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4217349601" sldId="505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3292271633" sldId="506"/>
        </pc:sldMkLst>
      </pc:sldChg>
      <pc:sldChg chg="modSp setBg">
        <pc:chgData name="Lenni Lobel" userId="38f762f444469328" providerId="LiveId" clId="{A8A420C3-28EC-42BC-8D97-23E4B00302A4}" dt="2020-02-15T13:57:33.515" v="11829" actId="1036"/>
        <pc:sldMkLst>
          <pc:docMk/>
          <pc:sldMk cId="3143048040" sldId="610"/>
        </pc:sldMkLst>
      </pc:sldChg>
      <pc:sldChg chg="delSp add del">
        <pc:chgData name="Lenni Lobel" userId="38f762f444469328" providerId="LiveId" clId="{A8A420C3-28EC-42BC-8D97-23E4B00302A4}" dt="2020-01-13T04:29:31.421" v="5365" actId="478"/>
        <pc:sldMkLst>
          <pc:docMk/>
          <pc:sldMk cId="1718697512" sldId="619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1715419145" sldId="621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3124380705" sldId="622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775464822" sldId="623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173538543" sldId="624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105507227" sldId="625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944013769" sldId="626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224125650" sldId="627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2122592504" sldId="628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502172270" sldId="629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1579609167" sldId="630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3284504042" sldId="631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2539392119" sldId="632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2700964137" sldId="633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2205477842" sldId="634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1647633788" sldId="635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3522656769" sldId="636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1492469495" sldId="637"/>
        </pc:sldMkLst>
      </pc:sldChg>
      <pc:sldChg chg="del">
        <pc:chgData name="Lenni Lobel" userId="38f762f444469328" providerId="LiveId" clId="{A8A420C3-28EC-42BC-8D97-23E4B00302A4}" dt="2020-01-13T01:07:15.178" v="1597" actId="47"/>
        <pc:sldMkLst>
          <pc:docMk/>
          <pc:sldMk cId="3686194739" sldId="638"/>
        </pc:sldMkLst>
      </pc:sldChg>
      <pc:sldChg chg="del">
        <pc:chgData name="Lenni Lobel" userId="38f762f444469328" providerId="LiveId" clId="{A8A420C3-28EC-42BC-8D97-23E4B00302A4}" dt="2020-01-13T01:07:15.178" v="1597" actId="47"/>
        <pc:sldMkLst>
          <pc:docMk/>
          <pc:sldMk cId="3122894713" sldId="639"/>
        </pc:sldMkLst>
      </pc:sldChg>
      <pc:sldChg chg="del">
        <pc:chgData name="Lenni Lobel" userId="38f762f444469328" providerId="LiveId" clId="{A8A420C3-28EC-42BC-8D97-23E4B00302A4}" dt="2020-01-13T01:07:15.178" v="1597" actId="47"/>
        <pc:sldMkLst>
          <pc:docMk/>
          <pc:sldMk cId="2358499699" sldId="640"/>
        </pc:sldMkLst>
      </pc:sldChg>
      <pc:sldChg chg="del">
        <pc:chgData name="Lenni Lobel" userId="38f762f444469328" providerId="LiveId" clId="{A8A420C3-28EC-42BC-8D97-23E4B00302A4}" dt="2020-01-13T01:07:15.178" v="1597" actId="47"/>
        <pc:sldMkLst>
          <pc:docMk/>
          <pc:sldMk cId="1176776279" sldId="641"/>
        </pc:sldMkLst>
      </pc:sldChg>
      <pc:sldChg chg="del">
        <pc:chgData name="Lenni Lobel" userId="38f762f444469328" providerId="LiveId" clId="{A8A420C3-28EC-42BC-8D97-23E4B00302A4}" dt="2020-01-13T01:07:15.178" v="1597" actId="47"/>
        <pc:sldMkLst>
          <pc:docMk/>
          <pc:sldMk cId="3762077316" sldId="642"/>
        </pc:sldMkLst>
      </pc:sldChg>
      <pc:sldChg chg="del">
        <pc:chgData name="Lenni Lobel" userId="38f762f444469328" providerId="LiveId" clId="{A8A420C3-28EC-42BC-8D97-23E4B00302A4}" dt="2020-01-13T01:07:15.178" v="1597" actId="47"/>
        <pc:sldMkLst>
          <pc:docMk/>
          <pc:sldMk cId="3871194232" sldId="643"/>
        </pc:sldMkLst>
      </pc:sldChg>
      <pc:sldChg chg="del">
        <pc:chgData name="Lenni Lobel" userId="38f762f444469328" providerId="LiveId" clId="{A8A420C3-28EC-42BC-8D97-23E4B00302A4}" dt="2020-01-13T01:07:15.178" v="1597" actId="47"/>
        <pc:sldMkLst>
          <pc:docMk/>
          <pc:sldMk cId="2230185506" sldId="644"/>
        </pc:sldMkLst>
      </pc:sldChg>
      <pc:sldChg chg="del">
        <pc:chgData name="Lenni Lobel" userId="38f762f444469328" providerId="LiveId" clId="{A8A420C3-28EC-42BC-8D97-23E4B00302A4}" dt="2020-01-13T01:07:15.178" v="1597" actId="47"/>
        <pc:sldMkLst>
          <pc:docMk/>
          <pc:sldMk cId="666095005" sldId="645"/>
        </pc:sldMkLst>
      </pc:sldChg>
      <pc:sldChg chg="del">
        <pc:chgData name="Lenni Lobel" userId="38f762f444469328" providerId="LiveId" clId="{A8A420C3-28EC-42BC-8D97-23E4B00302A4}" dt="2020-01-13T01:07:15.178" v="1597" actId="47"/>
        <pc:sldMkLst>
          <pc:docMk/>
          <pc:sldMk cId="1063686772" sldId="646"/>
        </pc:sldMkLst>
      </pc:sldChg>
      <pc:sldChg chg="del">
        <pc:chgData name="Lenni Lobel" userId="38f762f444469328" providerId="LiveId" clId="{A8A420C3-28EC-42BC-8D97-23E4B00302A4}" dt="2020-01-13T01:07:15.178" v="1597" actId="47"/>
        <pc:sldMkLst>
          <pc:docMk/>
          <pc:sldMk cId="2158464922" sldId="647"/>
        </pc:sldMkLst>
      </pc:sldChg>
      <pc:sldChg chg="del">
        <pc:chgData name="Lenni Lobel" userId="38f762f444469328" providerId="LiveId" clId="{A8A420C3-28EC-42BC-8D97-23E4B00302A4}" dt="2020-01-13T01:07:15.178" v="1597" actId="47"/>
        <pc:sldMkLst>
          <pc:docMk/>
          <pc:sldMk cId="4102560604" sldId="648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196195145" sldId="649"/>
        </pc:sldMkLst>
      </pc:sldChg>
      <pc:sldChg chg="delSp add del">
        <pc:chgData name="Lenni Lobel" userId="38f762f444469328" providerId="LiveId" clId="{A8A420C3-28EC-42BC-8D97-23E4B00302A4}" dt="2020-02-15T19:46:31.804" v="13373" actId="478"/>
        <pc:sldMkLst>
          <pc:docMk/>
          <pc:sldMk cId="531710214" sldId="653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2109369995" sldId="653"/>
        </pc:sldMkLst>
      </pc:sldChg>
      <pc:sldChg chg="delSp add del">
        <pc:chgData name="Lenni Lobel" userId="38f762f444469328" providerId="LiveId" clId="{A8A420C3-28EC-42BC-8D97-23E4B00302A4}" dt="2020-02-15T19:46:29.988" v="13371" actId="478"/>
        <pc:sldMkLst>
          <pc:docMk/>
          <pc:sldMk cId="2243825886" sldId="659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3201187091" sldId="659"/>
        </pc:sldMkLst>
      </pc:sldChg>
      <pc:sldChg chg="delSp add del">
        <pc:chgData name="Lenni Lobel" userId="38f762f444469328" providerId="LiveId" clId="{A8A420C3-28EC-42BC-8D97-23E4B00302A4}" dt="2020-02-15T19:46:30.921" v="13372" actId="478"/>
        <pc:sldMkLst>
          <pc:docMk/>
          <pc:sldMk cId="1438762449" sldId="662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2844984228" sldId="662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388598573" sldId="665"/>
        </pc:sldMkLst>
      </pc:sldChg>
      <pc:sldChg chg="delSp add del">
        <pc:chgData name="Lenni Lobel" userId="38f762f444469328" providerId="LiveId" clId="{A8A420C3-28EC-42BC-8D97-23E4B00302A4}" dt="2020-01-13T04:30:51.742" v="5375" actId="2696"/>
        <pc:sldMkLst>
          <pc:docMk/>
          <pc:sldMk cId="1663580480" sldId="665"/>
        </pc:sldMkLst>
      </pc:sldChg>
      <pc:sldChg chg="delSp add">
        <pc:chgData name="Lenni Lobel" userId="38f762f444469328" providerId="LiveId" clId="{A8A420C3-28EC-42BC-8D97-23E4B00302A4}" dt="2020-01-13T01:02:22.532" v="1583" actId="478"/>
        <pc:sldMkLst>
          <pc:docMk/>
          <pc:sldMk cId="1714983392" sldId="666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4275976994" sldId="666"/>
        </pc:sldMkLst>
      </pc:sldChg>
      <pc:sldChg chg="delSp add">
        <pc:chgData name="Lenni Lobel" userId="38f762f444469328" providerId="LiveId" clId="{A8A420C3-28EC-42BC-8D97-23E4B00302A4}" dt="2020-01-13T01:02:16.085" v="1576" actId="478"/>
        <pc:sldMkLst>
          <pc:docMk/>
          <pc:sldMk cId="3386144617" sldId="667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3705897234" sldId="667"/>
        </pc:sldMkLst>
      </pc:sldChg>
      <pc:sldChg chg="delSp add">
        <pc:chgData name="Lenni Lobel" userId="38f762f444469328" providerId="LiveId" clId="{A8A420C3-28EC-42BC-8D97-23E4B00302A4}" dt="2020-01-13T01:02:17.052" v="1577" actId="478"/>
        <pc:sldMkLst>
          <pc:docMk/>
          <pc:sldMk cId="1641295554" sldId="668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3698048599" sldId="668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519901957" sldId="670"/>
        </pc:sldMkLst>
      </pc:sldChg>
      <pc:sldChg chg="delSp add">
        <pc:chgData name="Lenni Lobel" userId="38f762f444469328" providerId="LiveId" clId="{A8A420C3-28EC-42BC-8D97-23E4B00302A4}" dt="2020-01-13T01:02:20.589" v="1581" actId="478"/>
        <pc:sldMkLst>
          <pc:docMk/>
          <pc:sldMk cId="1145207136" sldId="670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1647055944" sldId="672"/>
        </pc:sldMkLst>
      </pc:sldChg>
      <pc:sldChg chg="delSp add">
        <pc:chgData name="Lenni Lobel" userId="38f762f444469328" providerId="LiveId" clId="{A8A420C3-28EC-42BC-8D97-23E4B00302A4}" dt="2020-01-13T01:02:21.380" v="1582" actId="478"/>
        <pc:sldMkLst>
          <pc:docMk/>
          <pc:sldMk cId="3219678463" sldId="672"/>
        </pc:sldMkLst>
      </pc:sldChg>
      <pc:sldChg chg="del">
        <pc:chgData name="Lenni Lobel" userId="38f762f444469328" providerId="LiveId" clId="{A8A420C3-28EC-42BC-8D97-23E4B00302A4}" dt="2020-01-13T01:06:00.751" v="1596" actId="47"/>
        <pc:sldMkLst>
          <pc:docMk/>
          <pc:sldMk cId="1146124612" sldId="673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2528587395" sldId="685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174875591" sldId="688"/>
        </pc:sldMkLst>
      </pc:sldChg>
      <pc:sldChg chg="delSp add">
        <pc:chgData name="Lenni Lobel" userId="38f762f444469328" providerId="LiveId" clId="{A8A420C3-28EC-42BC-8D97-23E4B00302A4}" dt="2020-01-13T01:02:19.501" v="1580" actId="478"/>
        <pc:sldMkLst>
          <pc:docMk/>
          <pc:sldMk cId="1544656586" sldId="688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2867685977" sldId="689"/>
        </pc:sldMkLst>
      </pc:sldChg>
      <pc:sldChg chg="delSp add">
        <pc:chgData name="Lenni Lobel" userId="38f762f444469328" providerId="LiveId" clId="{A8A420C3-28EC-42BC-8D97-23E4B00302A4}" dt="2020-01-13T01:02:17.990" v="1578" actId="478"/>
        <pc:sldMkLst>
          <pc:docMk/>
          <pc:sldMk cId="3601408997" sldId="689"/>
        </pc:sldMkLst>
      </pc:sldChg>
      <pc:sldChg chg="delSp add">
        <pc:chgData name="Lenni Lobel" userId="38f762f444469328" providerId="LiveId" clId="{A8A420C3-28EC-42BC-8D97-23E4B00302A4}" dt="2020-01-13T01:02:18.807" v="1579" actId="478"/>
        <pc:sldMkLst>
          <pc:docMk/>
          <pc:sldMk cId="1748213381" sldId="694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3453464456" sldId="694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1851403721" sldId="698"/>
        </pc:sldMkLst>
      </pc:sldChg>
      <pc:sldChg chg="delSp add">
        <pc:chgData name="Lenni Lobel" userId="38f762f444469328" providerId="LiveId" clId="{A8A420C3-28EC-42BC-8D97-23E4B00302A4}" dt="2020-01-13T01:02:13.364" v="1574" actId="478"/>
        <pc:sldMkLst>
          <pc:docMk/>
          <pc:sldMk cId="4116411695" sldId="698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2174174008" sldId="699"/>
        </pc:sldMkLst>
      </pc:sldChg>
      <pc:sldChg chg="delSp add">
        <pc:chgData name="Lenni Lobel" userId="38f762f444469328" providerId="LiveId" clId="{A8A420C3-28EC-42BC-8D97-23E4B00302A4}" dt="2020-01-13T01:02:14.788" v="1575" actId="478"/>
        <pc:sldMkLst>
          <pc:docMk/>
          <pc:sldMk cId="4185278355" sldId="699"/>
        </pc:sldMkLst>
      </pc:sldChg>
      <pc:sldChg chg="del">
        <pc:chgData name="Lenni Lobel" userId="38f762f444469328" providerId="LiveId" clId="{A8A420C3-28EC-42BC-8D97-23E4B00302A4}" dt="2020-01-13T01:06:00.751" v="1596" actId="47"/>
        <pc:sldMkLst>
          <pc:docMk/>
          <pc:sldMk cId="243158646" sldId="700"/>
        </pc:sldMkLst>
      </pc:sldChg>
      <pc:sldChg chg="add del">
        <pc:chgData name="Lenni Lobel" userId="38f762f444469328" providerId="LiveId" clId="{A8A420C3-28EC-42BC-8D97-23E4B00302A4}" dt="2020-01-13T01:29:17.022" v="2298" actId="47"/>
        <pc:sldMkLst>
          <pc:docMk/>
          <pc:sldMk cId="2291086772" sldId="701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2378588197" sldId="701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1021954898" sldId="702"/>
        </pc:sldMkLst>
      </pc:sldChg>
      <pc:sldChg chg="delSp add del">
        <pc:chgData name="Lenni Lobel" userId="38f762f444469328" providerId="LiveId" clId="{A8A420C3-28EC-42BC-8D97-23E4B00302A4}" dt="2020-01-13T01:29:52.845" v="2303" actId="47"/>
        <pc:sldMkLst>
          <pc:docMk/>
          <pc:sldMk cId="2070520921" sldId="702"/>
        </pc:sldMkLst>
      </pc:sldChg>
      <pc:sldChg chg="addSp delSp">
        <pc:chgData name="Lenni Lobel" userId="38f762f444469328" providerId="LiveId" clId="{A8A420C3-28EC-42BC-8D97-23E4B00302A4}" dt="2020-02-15T19:47:07.222" v="13379" actId="478"/>
        <pc:sldMkLst>
          <pc:docMk/>
          <pc:sldMk cId="194207387" sldId="706"/>
        </pc:sldMkLst>
      </pc:sldChg>
      <pc:sldChg chg="del">
        <pc:chgData name="Lenni Lobel" userId="38f762f444469328" providerId="LiveId" clId="{A8A420C3-28EC-42BC-8D97-23E4B00302A4}" dt="2020-01-13T01:32:02.894" v="2320" actId="47"/>
        <pc:sldMkLst>
          <pc:docMk/>
          <pc:sldMk cId="695414052" sldId="734"/>
        </pc:sldMkLst>
      </pc:sldChg>
      <pc:sldChg chg="delSp add del">
        <pc:chgData name="Lenni Lobel" userId="38f762f444469328" providerId="LiveId" clId="{A8A420C3-28EC-42BC-8D97-23E4B00302A4}" dt="2020-01-13T04:29:24.672" v="5360" actId="478"/>
        <pc:sldMkLst>
          <pc:docMk/>
          <pc:sldMk cId="3006380777" sldId="742"/>
        </pc:sldMkLst>
      </pc:sldChg>
      <pc:sldChg chg="delSp add del">
        <pc:chgData name="Lenni Lobel" userId="38f762f444469328" providerId="LiveId" clId="{A8A420C3-28EC-42BC-8D97-23E4B00302A4}" dt="2020-01-13T04:29:30.462" v="5364" actId="478"/>
        <pc:sldMkLst>
          <pc:docMk/>
          <pc:sldMk cId="3602104248" sldId="748"/>
        </pc:sldMkLst>
      </pc:sldChg>
      <pc:sldChg chg="delSp add del">
        <pc:chgData name="Lenni Lobel" userId="38f762f444469328" providerId="LiveId" clId="{A8A420C3-28EC-42BC-8D97-23E4B00302A4}" dt="2020-01-13T04:29:29.291" v="5363" actId="478"/>
        <pc:sldMkLst>
          <pc:docMk/>
          <pc:sldMk cId="2228837154" sldId="749"/>
        </pc:sldMkLst>
      </pc:sldChg>
      <pc:sldChg chg="delSp add del">
        <pc:chgData name="Lenni Lobel" userId="38f762f444469328" providerId="LiveId" clId="{A8A420C3-28EC-42BC-8D97-23E4B00302A4}" dt="2020-01-13T04:29:32.924" v="5366" actId="478"/>
        <pc:sldMkLst>
          <pc:docMk/>
          <pc:sldMk cId="113308934" sldId="750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716023852" sldId="751"/>
        </pc:sldMkLst>
      </pc:sldChg>
      <pc:sldChg chg="delSp add del">
        <pc:chgData name="Lenni Lobel" userId="38f762f444469328" providerId="LiveId" clId="{A8A420C3-28EC-42BC-8D97-23E4B00302A4}" dt="2020-01-13T04:30:32.285" v="5367" actId="478"/>
        <pc:sldMkLst>
          <pc:docMk/>
          <pc:sldMk cId="3000837388" sldId="751"/>
        </pc:sldMkLst>
      </pc:sldChg>
      <pc:sldChg chg="delSp add del">
        <pc:chgData name="Lenni Lobel" userId="38f762f444469328" providerId="LiveId" clId="{A8A420C3-28EC-42BC-8D97-23E4B00302A4}" dt="2020-01-13T04:30:33.342" v="5368" actId="478"/>
        <pc:sldMkLst>
          <pc:docMk/>
          <pc:sldMk cId="1001315705" sldId="752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3297906171" sldId="752"/>
        </pc:sldMkLst>
      </pc:sldChg>
      <pc:sldChg chg="delSp add del">
        <pc:chgData name="Lenni Lobel" userId="38f762f444469328" providerId="LiveId" clId="{A8A420C3-28EC-42BC-8D97-23E4B00302A4}" dt="2020-01-13T04:30:51.742" v="5375" actId="2696"/>
        <pc:sldMkLst>
          <pc:docMk/>
          <pc:sldMk cId="241018899" sldId="753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789651439" sldId="753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155058312" sldId="754"/>
        </pc:sldMkLst>
      </pc:sldChg>
      <pc:sldChg chg="delSp add del">
        <pc:chgData name="Lenni Lobel" userId="38f762f444469328" providerId="LiveId" clId="{A8A420C3-28EC-42BC-8D97-23E4B00302A4}" dt="2020-01-13T04:30:51.742" v="5375" actId="2696"/>
        <pc:sldMkLst>
          <pc:docMk/>
          <pc:sldMk cId="2116599840" sldId="754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1981359474" sldId="755"/>
        </pc:sldMkLst>
      </pc:sldChg>
      <pc:sldChg chg="delSp add del">
        <pc:chgData name="Lenni Lobel" userId="38f762f444469328" providerId="LiveId" clId="{A8A420C3-28EC-42BC-8D97-23E4B00302A4}" dt="2020-01-13T04:30:51.742" v="5375" actId="2696"/>
        <pc:sldMkLst>
          <pc:docMk/>
          <pc:sldMk cId="3042773064" sldId="755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348635311" sldId="756"/>
        </pc:sldMkLst>
      </pc:sldChg>
      <pc:sldChg chg="delSp add del">
        <pc:chgData name="Lenni Lobel" userId="38f762f444469328" providerId="LiveId" clId="{A8A420C3-28EC-42BC-8D97-23E4B00302A4}" dt="2020-01-13T04:30:51.742" v="5375" actId="2696"/>
        <pc:sldMkLst>
          <pc:docMk/>
          <pc:sldMk cId="1707480301" sldId="756"/>
        </pc:sldMkLst>
      </pc:sldChg>
      <pc:sldChg chg="delSp add del">
        <pc:chgData name="Lenni Lobel" userId="38f762f444469328" providerId="LiveId" clId="{A8A420C3-28EC-42BC-8D97-23E4B00302A4}" dt="2020-01-13T04:30:38.118" v="5374" actId="478"/>
        <pc:sldMkLst>
          <pc:docMk/>
          <pc:sldMk cId="2109157373" sldId="757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2200939067" sldId="757"/>
        </pc:sldMkLst>
      </pc:sldChg>
      <pc:sldChg chg="delSp add del">
        <pc:chgData name="Lenni Lobel" userId="38f762f444469328" providerId="LiveId" clId="{A8A420C3-28EC-42BC-8D97-23E4B00302A4}" dt="2020-02-15T19:46:27.944" v="13369" actId="478"/>
        <pc:sldMkLst>
          <pc:docMk/>
          <pc:sldMk cId="1655018614" sldId="758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2301689323" sldId="758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604597582" sldId="759"/>
        </pc:sldMkLst>
      </pc:sldChg>
      <pc:sldChg chg="delSp add del">
        <pc:chgData name="Lenni Lobel" userId="38f762f444469328" providerId="LiveId" clId="{A8A420C3-28EC-42BC-8D97-23E4B00302A4}" dt="2020-02-15T19:46:29.075" v="13370" actId="478"/>
        <pc:sldMkLst>
          <pc:docMk/>
          <pc:sldMk cId="3093677810" sldId="759"/>
        </pc:sldMkLst>
      </pc:sldChg>
      <pc:sldChg chg="delSp add del">
        <pc:chgData name="Lenni Lobel" userId="38f762f444469328" providerId="LiveId" clId="{A8A420C3-28EC-42BC-8D97-23E4B00302A4}" dt="2020-02-15T19:46:32.736" v="13374" actId="478"/>
        <pc:sldMkLst>
          <pc:docMk/>
          <pc:sldMk cId="915366163" sldId="760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3416644615" sldId="760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582174424" sldId="761"/>
        </pc:sldMkLst>
      </pc:sldChg>
      <pc:sldChg chg="delSp add del">
        <pc:chgData name="Lenni Lobel" userId="38f762f444469328" providerId="LiveId" clId="{A8A420C3-28EC-42BC-8D97-23E4B00302A4}" dt="2020-02-15T19:46:34.629" v="13376" actId="478"/>
        <pc:sldMkLst>
          <pc:docMk/>
          <pc:sldMk cId="2398979438" sldId="761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1257048888" sldId="762"/>
        </pc:sldMkLst>
      </pc:sldChg>
      <pc:sldChg chg="delSp add del">
        <pc:chgData name="Lenni Lobel" userId="38f762f444469328" providerId="LiveId" clId="{A8A420C3-28EC-42BC-8D97-23E4B00302A4}" dt="2020-01-13T04:31:19.794" v="5376" actId="47"/>
        <pc:sldMkLst>
          <pc:docMk/>
          <pc:sldMk cId="2294836913" sldId="762"/>
        </pc:sldMkLst>
      </pc:sldChg>
      <pc:sldChg chg="add del">
        <pc:chgData name="Lenni Lobel" userId="38f762f444469328" providerId="LiveId" clId="{A8A420C3-28EC-42BC-8D97-23E4B00302A4}" dt="2020-01-13T04:29:04.173" v="5359" actId="47"/>
        <pc:sldMkLst>
          <pc:docMk/>
          <pc:sldMk cId="2051784370" sldId="769"/>
        </pc:sldMkLst>
      </pc:sldChg>
      <pc:sldChg chg="add del">
        <pc:chgData name="Lenni Lobel" userId="38f762f444469328" providerId="LiveId" clId="{A8A420C3-28EC-42BC-8D97-23E4B00302A4}" dt="2020-01-13T04:29:04.173" v="5359" actId="47"/>
        <pc:sldMkLst>
          <pc:docMk/>
          <pc:sldMk cId="2256850587" sldId="770"/>
        </pc:sldMkLst>
      </pc:sldChg>
      <pc:sldChg chg="add del">
        <pc:chgData name="Lenni Lobel" userId="38f762f444469328" providerId="LiveId" clId="{A8A420C3-28EC-42BC-8D97-23E4B00302A4}" dt="2020-01-13T04:29:04.173" v="5359" actId="47"/>
        <pc:sldMkLst>
          <pc:docMk/>
          <pc:sldMk cId="2257853053" sldId="771"/>
        </pc:sldMkLst>
      </pc:sldChg>
      <pc:sldChg chg="add del">
        <pc:chgData name="Lenni Lobel" userId="38f762f444469328" providerId="LiveId" clId="{A8A420C3-28EC-42BC-8D97-23E4B00302A4}" dt="2020-01-13T04:29:04.173" v="5359" actId="47"/>
        <pc:sldMkLst>
          <pc:docMk/>
          <pc:sldMk cId="550833828" sldId="772"/>
        </pc:sldMkLst>
      </pc:sldChg>
      <pc:sldChg chg="delSp add del">
        <pc:chgData name="Lenni Lobel" userId="38f762f444469328" providerId="LiveId" clId="{A8A420C3-28EC-42BC-8D97-23E4B00302A4}" dt="2020-01-13T04:29:28.238" v="5362" actId="478"/>
        <pc:sldMkLst>
          <pc:docMk/>
          <pc:sldMk cId="1174253494" sldId="773"/>
        </pc:sldMkLst>
      </pc:sldChg>
      <pc:sldChg chg="del">
        <pc:chgData name="Lenni Lobel" userId="38f762f444469328" providerId="LiveId" clId="{A8A420C3-28EC-42BC-8D97-23E4B00302A4}" dt="2020-01-13T01:06:00.751" v="1596" actId="47"/>
        <pc:sldMkLst>
          <pc:docMk/>
          <pc:sldMk cId="2500689828" sldId="774"/>
        </pc:sldMkLst>
      </pc:sldChg>
      <pc:sldChg chg="del">
        <pc:chgData name="Lenni Lobel" userId="38f762f444469328" providerId="LiveId" clId="{A8A420C3-28EC-42BC-8D97-23E4B00302A4}" dt="2020-01-13T01:06:00.751" v="1596" actId="47"/>
        <pc:sldMkLst>
          <pc:docMk/>
          <pc:sldMk cId="1881298854" sldId="775"/>
        </pc:sldMkLst>
      </pc:sldChg>
      <pc:sldChg chg="del">
        <pc:chgData name="Lenni Lobel" userId="38f762f444469328" providerId="LiveId" clId="{A8A420C3-28EC-42BC-8D97-23E4B00302A4}" dt="2020-01-13T01:06:00.751" v="1596" actId="47"/>
        <pc:sldMkLst>
          <pc:docMk/>
          <pc:sldMk cId="668841087" sldId="776"/>
        </pc:sldMkLst>
      </pc:sldChg>
      <pc:sldChg chg="del">
        <pc:chgData name="Lenni Lobel" userId="38f762f444469328" providerId="LiveId" clId="{A8A420C3-28EC-42BC-8D97-23E4B00302A4}" dt="2020-01-13T01:06:00.751" v="1596" actId="47"/>
        <pc:sldMkLst>
          <pc:docMk/>
          <pc:sldMk cId="4080752136" sldId="777"/>
        </pc:sldMkLst>
      </pc:sldChg>
      <pc:sldChg chg="del">
        <pc:chgData name="Lenni Lobel" userId="38f762f444469328" providerId="LiveId" clId="{A8A420C3-28EC-42BC-8D97-23E4B00302A4}" dt="2020-01-13T01:06:00.751" v="1596" actId="47"/>
        <pc:sldMkLst>
          <pc:docMk/>
          <pc:sldMk cId="3423332956" sldId="778"/>
        </pc:sldMkLst>
      </pc:sldChg>
      <pc:sldChg chg="del">
        <pc:chgData name="Lenni Lobel" userId="38f762f444469328" providerId="LiveId" clId="{A8A420C3-28EC-42BC-8D97-23E4B00302A4}" dt="2020-01-13T01:06:00.751" v="1596" actId="47"/>
        <pc:sldMkLst>
          <pc:docMk/>
          <pc:sldMk cId="2076454476" sldId="779"/>
        </pc:sldMkLst>
      </pc:sldChg>
      <pc:sldChg chg="del">
        <pc:chgData name="Lenni Lobel" userId="38f762f444469328" providerId="LiveId" clId="{A8A420C3-28EC-42BC-8D97-23E4B00302A4}" dt="2020-01-13T01:06:00.751" v="1596" actId="47"/>
        <pc:sldMkLst>
          <pc:docMk/>
          <pc:sldMk cId="3569979611" sldId="781"/>
        </pc:sldMkLst>
      </pc:sldChg>
      <pc:sldChg chg="del">
        <pc:chgData name="Lenni Lobel" userId="38f762f444469328" providerId="LiveId" clId="{A8A420C3-28EC-42BC-8D97-23E4B00302A4}" dt="2020-01-13T01:06:00.751" v="1596" actId="47"/>
        <pc:sldMkLst>
          <pc:docMk/>
          <pc:sldMk cId="240984760" sldId="782"/>
        </pc:sldMkLst>
      </pc:sldChg>
      <pc:sldChg chg="del">
        <pc:chgData name="Lenni Lobel" userId="38f762f444469328" providerId="LiveId" clId="{A8A420C3-28EC-42BC-8D97-23E4B00302A4}" dt="2020-01-13T01:06:00.751" v="1596" actId="47"/>
        <pc:sldMkLst>
          <pc:docMk/>
          <pc:sldMk cId="292705397" sldId="783"/>
        </pc:sldMkLst>
      </pc:sldChg>
      <pc:sldChg chg="del">
        <pc:chgData name="Lenni Lobel" userId="38f762f444469328" providerId="LiveId" clId="{A8A420C3-28EC-42BC-8D97-23E4B00302A4}" dt="2020-01-13T01:06:00.751" v="1596" actId="47"/>
        <pc:sldMkLst>
          <pc:docMk/>
          <pc:sldMk cId="1184452326" sldId="784"/>
        </pc:sldMkLst>
      </pc:sldChg>
      <pc:sldChg chg="add del">
        <pc:chgData name="Lenni Lobel" userId="38f762f444469328" providerId="LiveId" clId="{A8A420C3-28EC-42BC-8D97-23E4B00302A4}" dt="2020-01-13T01:01:58.386" v="1570" actId="47"/>
        <pc:sldMkLst>
          <pc:docMk/>
          <pc:sldMk cId="3055756249" sldId="795"/>
        </pc:sldMkLst>
      </pc:sldChg>
      <pc:sldChg chg="delSp add del">
        <pc:chgData name="Lenni Lobel" userId="38f762f444469328" providerId="LiveId" clId="{A8A420C3-28EC-42BC-8D97-23E4B00302A4}" dt="2020-02-15T19:46:33.740" v="13375" actId="478"/>
        <pc:sldMkLst>
          <pc:docMk/>
          <pc:sldMk cId="3629095997" sldId="795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2947917304" sldId="796"/>
        </pc:sldMkLst>
      </pc:sldChg>
      <pc:sldChg chg="delSp add">
        <pc:chgData name="Lenni Lobel" userId="38f762f444469328" providerId="LiveId" clId="{A8A420C3-28EC-42BC-8D97-23E4B00302A4}" dt="2020-01-13T01:02:24.677" v="1585" actId="478"/>
        <pc:sldMkLst>
          <pc:docMk/>
          <pc:sldMk cId="3434290536" sldId="796"/>
        </pc:sldMkLst>
      </pc:sldChg>
      <pc:sldChg chg="del">
        <pc:chgData name="Lenni Lobel" userId="38f762f444469328" providerId="LiveId" clId="{A8A420C3-28EC-42BC-8D97-23E4B00302A4}" dt="2020-01-13T01:06:00.751" v="1596" actId="47"/>
        <pc:sldMkLst>
          <pc:docMk/>
          <pc:sldMk cId="114076670" sldId="798"/>
        </pc:sldMkLst>
      </pc:sldChg>
      <pc:sldChg chg="del">
        <pc:chgData name="Lenni Lobel" userId="38f762f444469328" providerId="LiveId" clId="{A8A420C3-28EC-42BC-8D97-23E4B00302A4}" dt="2020-01-13T01:10:43.097" v="1612" actId="47"/>
        <pc:sldMkLst>
          <pc:docMk/>
          <pc:sldMk cId="250363987" sldId="806"/>
        </pc:sldMkLst>
      </pc:sldChg>
      <pc:sldChg chg="addSp delSp modSp add del">
        <pc:chgData name="Lenni Lobel" userId="38f762f444469328" providerId="LiveId" clId="{A8A420C3-28EC-42BC-8D97-23E4B00302A4}" dt="2020-01-30T01:27:57.316" v="10842" actId="47"/>
        <pc:sldMkLst>
          <pc:docMk/>
          <pc:sldMk cId="1221023873" sldId="812"/>
        </pc:sldMkLst>
      </pc:sldChg>
      <pc:sldChg chg="del">
        <pc:chgData name="Lenni Lobel" userId="38f762f444469328" providerId="LiveId" clId="{A8A420C3-28EC-42BC-8D97-23E4B00302A4}" dt="2020-01-13T01:08:52.644" v="1600" actId="2696"/>
        <pc:sldMkLst>
          <pc:docMk/>
          <pc:sldMk cId="1758449910" sldId="812"/>
        </pc:sldMkLst>
      </pc:sldChg>
      <pc:sldChg chg="del">
        <pc:chgData name="Lenni Lobel" userId="38f762f444469328" providerId="LiveId" clId="{A8A420C3-28EC-42BC-8D97-23E4B00302A4}" dt="2020-01-13T01:08:52.644" v="1600" actId="2696"/>
        <pc:sldMkLst>
          <pc:docMk/>
          <pc:sldMk cId="1445311912" sldId="813"/>
        </pc:sldMkLst>
      </pc:sldChg>
      <pc:sldChg chg="delSp add del">
        <pc:chgData name="Lenni Lobel" userId="38f762f444469328" providerId="LiveId" clId="{A8A420C3-28EC-42BC-8D97-23E4B00302A4}" dt="2020-01-27T11:52:29.345" v="9559" actId="47"/>
        <pc:sldMkLst>
          <pc:docMk/>
          <pc:sldMk cId="2657634136" sldId="813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2915490012" sldId="814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3887565640" sldId="815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2599738211" sldId="818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4152959762" sldId="819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1419664530" sldId="820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3159619190" sldId="821"/>
        </pc:sldMkLst>
      </pc:sldChg>
      <pc:sldChg chg="add del ord">
        <pc:chgData name="Lenni Lobel" userId="38f762f444469328" providerId="LiveId" clId="{A8A420C3-28EC-42BC-8D97-23E4B00302A4}" dt="2020-01-13T01:10:30.899" v="1611" actId="47"/>
        <pc:sldMkLst>
          <pc:docMk/>
          <pc:sldMk cId="1681084236" sldId="826"/>
        </pc:sldMkLst>
      </pc:sldChg>
      <pc:sldChg chg="del">
        <pc:chgData name="Lenni Lobel" userId="38f762f444469328" providerId="LiveId" clId="{A8A420C3-28EC-42BC-8D97-23E4B00302A4}" dt="2020-01-13T01:10:16.018" v="1608" actId="2696"/>
        <pc:sldMkLst>
          <pc:docMk/>
          <pc:sldMk cId="2170204421" sldId="826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4228996318" sldId="828"/>
        </pc:sldMkLst>
      </pc:sldChg>
      <pc:sldChg chg="addSp delSp modSp add ord">
        <pc:chgData name="Lenni Lobel" userId="38f762f444469328" providerId="LiveId" clId="{A8A420C3-28EC-42BC-8D97-23E4B00302A4}" dt="2020-01-26T13:21:55.139" v="7712" actId="27636"/>
        <pc:sldMkLst>
          <pc:docMk/>
          <pc:sldMk cId="3940598021" sldId="829"/>
        </pc:sldMkLst>
      </pc:sldChg>
      <pc:sldChg chg="del">
        <pc:chgData name="Lenni Lobel" userId="38f762f444469328" providerId="LiveId" clId="{A8A420C3-28EC-42BC-8D97-23E4B00302A4}" dt="2020-01-13T01:07:45.311" v="1598" actId="2696"/>
        <pc:sldMkLst>
          <pc:docMk/>
          <pc:sldMk cId="4133029669" sldId="829"/>
        </pc:sldMkLst>
      </pc:sldChg>
      <pc:sldChg chg="addSp delSp add del ord">
        <pc:chgData name="Lenni Lobel" userId="38f762f444469328" providerId="LiveId" clId="{A8A420C3-28EC-42BC-8D97-23E4B00302A4}" dt="2020-01-26T13:10:59.724" v="7257" actId="47"/>
        <pc:sldMkLst>
          <pc:docMk/>
          <pc:sldMk cId="1388741796" sldId="830"/>
        </pc:sldMkLst>
      </pc:sldChg>
      <pc:sldChg chg="del">
        <pc:chgData name="Lenni Lobel" userId="38f762f444469328" providerId="LiveId" clId="{A8A420C3-28EC-42BC-8D97-23E4B00302A4}" dt="2020-01-13T01:07:45.311" v="1598" actId="2696"/>
        <pc:sldMkLst>
          <pc:docMk/>
          <pc:sldMk cId="3620801075" sldId="830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1497498453" sldId="831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906517145" sldId="832"/>
        </pc:sldMkLst>
      </pc:sldChg>
      <pc:sldChg chg="delSp modSp add del ord">
        <pc:chgData name="Lenni Lobel" userId="38f762f444469328" providerId="LiveId" clId="{A8A420C3-28EC-42BC-8D97-23E4B00302A4}" dt="2020-01-26T14:15:23.336" v="8686" actId="47"/>
        <pc:sldMkLst>
          <pc:docMk/>
          <pc:sldMk cId="2605193217" sldId="833"/>
        </pc:sldMkLst>
      </pc:sldChg>
      <pc:sldChg chg="del">
        <pc:chgData name="Lenni Lobel" userId="38f762f444469328" providerId="LiveId" clId="{A8A420C3-28EC-42BC-8D97-23E4B00302A4}" dt="2020-01-13T01:08:52.644" v="1600" actId="2696"/>
        <pc:sldMkLst>
          <pc:docMk/>
          <pc:sldMk cId="2853766861" sldId="833"/>
        </pc:sldMkLst>
      </pc:sldChg>
      <pc:sldChg chg="delSp add del">
        <pc:chgData name="Lenni Lobel" userId="38f762f444469328" providerId="LiveId" clId="{A8A420C3-28EC-42BC-8D97-23E4B00302A4}" dt="2020-01-27T12:16:32.202" v="10722" actId="47"/>
        <pc:sldMkLst>
          <pc:docMk/>
          <pc:sldMk cId="67396660" sldId="834"/>
        </pc:sldMkLst>
      </pc:sldChg>
      <pc:sldChg chg="del">
        <pc:chgData name="Lenni Lobel" userId="38f762f444469328" providerId="LiveId" clId="{A8A420C3-28EC-42BC-8D97-23E4B00302A4}" dt="2020-01-13T01:08:52.644" v="1600" actId="2696"/>
        <pc:sldMkLst>
          <pc:docMk/>
          <pc:sldMk cId="201848547" sldId="834"/>
        </pc:sldMkLst>
      </pc:sldChg>
      <pc:sldChg chg="del">
        <pc:chgData name="Lenni Lobel" userId="38f762f444469328" providerId="LiveId" clId="{A8A420C3-28EC-42BC-8D97-23E4B00302A4}" dt="2020-01-13T01:10:44.316" v="1613" actId="47"/>
        <pc:sldMkLst>
          <pc:docMk/>
          <pc:sldMk cId="86930564" sldId="835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3791819327" sldId="838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3678792266" sldId="843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2734432634" sldId="844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3003293222" sldId="845"/>
        </pc:sldMkLst>
      </pc:sldChg>
      <pc:sldChg chg="del">
        <pc:chgData name="Lenni Lobel" userId="38f762f444469328" providerId="LiveId" clId="{A8A420C3-28EC-42BC-8D97-23E4B00302A4}" dt="2020-01-13T01:08:52.644" v="1600" actId="2696"/>
        <pc:sldMkLst>
          <pc:docMk/>
          <pc:sldMk cId="1985395139" sldId="846"/>
        </pc:sldMkLst>
      </pc:sldChg>
      <pc:sldChg chg="delSp add del">
        <pc:chgData name="Lenni Lobel" userId="38f762f444469328" providerId="LiveId" clId="{A8A420C3-28EC-42BC-8D97-23E4B00302A4}" dt="2020-01-26T13:54:25.292" v="8446" actId="47"/>
        <pc:sldMkLst>
          <pc:docMk/>
          <pc:sldMk cId="3526696493" sldId="846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1274888082" sldId="847"/>
        </pc:sldMkLst>
      </pc:sldChg>
      <pc:sldChg chg="del">
        <pc:chgData name="Lenni Lobel" userId="38f762f444469328" providerId="LiveId" clId="{A8A420C3-28EC-42BC-8D97-23E4B00302A4}" dt="2020-01-13T01:10:45.125" v="1614" actId="47"/>
        <pc:sldMkLst>
          <pc:docMk/>
          <pc:sldMk cId="2704855200" sldId="851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651060783" sldId="852"/>
        </pc:sldMkLst>
      </pc:sldChg>
      <pc:sldChg chg="del">
        <pc:chgData name="Lenni Lobel" userId="38f762f444469328" providerId="LiveId" clId="{A8A420C3-28EC-42BC-8D97-23E4B00302A4}" dt="2020-01-13T01:10:45.758" v="1615" actId="47"/>
        <pc:sldMkLst>
          <pc:docMk/>
          <pc:sldMk cId="1898113287" sldId="855"/>
        </pc:sldMkLst>
      </pc:sldChg>
      <pc:sldChg chg="delSp">
        <pc:chgData name="Lenni Lobel" userId="38f762f444469328" providerId="LiveId" clId="{A8A420C3-28EC-42BC-8D97-23E4B00302A4}" dt="2020-01-12T23:52:32.051" v="3" actId="478"/>
        <pc:sldMkLst>
          <pc:docMk/>
          <pc:sldMk cId="1284075459" sldId="856"/>
        </pc:sldMkLst>
      </pc:sldChg>
      <pc:sldChg chg="delSp modSp">
        <pc:chgData name="Lenni Lobel" userId="38f762f444469328" providerId="LiveId" clId="{A8A420C3-28EC-42BC-8D97-23E4B00302A4}" dt="2020-01-13T00:39:57.446" v="1173" actId="20577"/>
        <pc:sldMkLst>
          <pc:docMk/>
          <pc:sldMk cId="3640314037" sldId="857"/>
        </pc:sldMkLst>
      </pc:sldChg>
      <pc:sldChg chg="add del ord">
        <pc:chgData name="Lenni Lobel" userId="38f762f444469328" providerId="LiveId" clId="{A8A420C3-28EC-42BC-8D97-23E4B00302A4}" dt="2020-01-13T01:10:30.899" v="1611" actId="47"/>
        <pc:sldMkLst>
          <pc:docMk/>
          <pc:sldMk cId="1109983190" sldId="861"/>
        </pc:sldMkLst>
      </pc:sldChg>
      <pc:sldChg chg="del">
        <pc:chgData name="Lenni Lobel" userId="38f762f444469328" providerId="LiveId" clId="{A8A420C3-28EC-42BC-8D97-23E4B00302A4}" dt="2020-01-13T01:10:16.018" v="1608" actId="2696"/>
        <pc:sldMkLst>
          <pc:docMk/>
          <pc:sldMk cId="1110869451" sldId="861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2872005677" sldId="863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85776318" sldId="881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3010316676" sldId="882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1528759024" sldId="888"/>
        </pc:sldMkLst>
      </pc:sldChg>
      <pc:sldChg chg="modSp del">
        <pc:chgData name="Lenni Lobel" userId="38f762f444469328" providerId="LiveId" clId="{A8A420C3-28EC-42BC-8D97-23E4B00302A4}" dt="2020-01-13T00:58:10.130" v="1560" actId="47"/>
        <pc:sldMkLst>
          <pc:docMk/>
          <pc:sldMk cId="67847916" sldId="892"/>
        </pc:sldMkLst>
      </pc:sldChg>
      <pc:sldChg chg="del">
        <pc:chgData name="Lenni Lobel" userId="38f762f444469328" providerId="LiveId" clId="{A8A420C3-28EC-42BC-8D97-23E4B00302A4}" dt="2020-01-13T01:04:03.722" v="1594" actId="47"/>
        <pc:sldMkLst>
          <pc:docMk/>
          <pc:sldMk cId="512708077" sldId="893"/>
        </pc:sldMkLst>
      </pc:sldChg>
      <pc:sldChg chg="del">
        <pc:chgData name="Lenni Lobel" userId="38f762f444469328" providerId="LiveId" clId="{A8A420C3-28EC-42BC-8D97-23E4B00302A4}" dt="2020-01-13T01:06:00.751" v="1596" actId="47"/>
        <pc:sldMkLst>
          <pc:docMk/>
          <pc:sldMk cId="2826601830" sldId="894"/>
        </pc:sldMkLst>
      </pc:sldChg>
      <pc:sldChg chg="del">
        <pc:chgData name="Lenni Lobel" userId="38f762f444469328" providerId="LiveId" clId="{A8A420C3-28EC-42BC-8D97-23E4B00302A4}" dt="2020-01-13T01:10:13.951" v="1607" actId="47"/>
        <pc:sldMkLst>
          <pc:docMk/>
          <pc:sldMk cId="3204031055" sldId="899"/>
        </pc:sldMkLst>
      </pc:sldChg>
      <pc:sldChg chg="addSp delSp modSp addAnim delAnim modAnim">
        <pc:chgData name="Lenni Lobel" userId="38f762f444469328" providerId="LiveId" clId="{A8A420C3-28EC-42BC-8D97-23E4B00302A4}" dt="2020-01-26T13:24:36.605" v="7728" actId="255"/>
        <pc:sldMkLst>
          <pc:docMk/>
          <pc:sldMk cId="2484461871" sldId="926"/>
        </pc:sldMkLst>
      </pc:sldChg>
      <pc:sldChg chg="delSp add del">
        <pc:chgData name="Lenni Lobel" userId="38f762f444469328" providerId="LiveId" clId="{A8A420C3-28EC-42BC-8D97-23E4B00302A4}" dt="2020-01-13T04:29:26.359" v="5361" actId="478"/>
        <pc:sldMkLst>
          <pc:docMk/>
          <pc:sldMk cId="635829402" sldId="931"/>
        </pc:sldMkLst>
      </pc:sldChg>
      <pc:sldChg chg="addSp delSp modSp del">
        <pc:chgData name="Lenni Lobel" userId="38f762f444469328" providerId="LiveId" clId="{A8A420C3-28EC-42BC-8D97-23E4B00302A4}" dt="2020-01-13T00:39:46.711" v="1167" actId="47"/>
        <pc:sldMkLst>
          <pc:docMk/>
          <pc:sldMk cId="1404353610" sldId="932"/>
        </pc:sldMkLst>
      </pc:sldChg>
      <pc:sldChg chg="delSp">
        <pc:chgData name="Lenni Lobel" userId="38f762f444469328" providerId="LiveId" clId="{A8A420C3-28EC-42BC-8D97-23E4B00302A4}" dt="2020-01-12T23:52:32.764" v="4" actId="478"/>
        <pc:sldMkLst>
          <pc:docMk/>
          <pc:sldMk cId="1115261596" sldId="935"/>
        </pc:sldMkLst>
      </pc:sldChg>
      <pc:sldChg chg="delSp">
        <pc:chgData name="Lenni Lobel" userId="38f762f444469328" providerId="LiveId" clId="{A8A420C3-28EC-42BC-8D97-23E4B00302A4}" dt="2020-01-12T23:52:37.028" v="11" actId="478"/>
        <pc:sldMkLst>
          <pc:docMk/>
          <pc:sldMk cId="838586981" sldId="939"/>
        </pc:sldMkLst>
      </pc:sldChg>
      <pc:sldChg chg="delSp">
        <pc:chgData name="Lenni Lobel" userId="38f762f444469328" providerId="LiveId" clId="{A8A420C3-28EC-42BC-8D97-23E4B00302A4}" dt="2020-01-12T23:52:33.465" v="5" actId="478"/>
        <pc:sldMkLst>
          <pc:docMk/>
          <pc:sldMk cId="2753072457" sldId="981"/>
        </pc:sldMkLst>
      </pc:sldChg>
      <pc:sldChg chg="modSp del">
        <pc:chgData name="Lenni Lobel" userId="38f762f444469328" providerId="LiveId" clId="{A8A420C3-28EC-42BC-8D97-23E4B00302A4}" dt="2020-02-15T14:10:34.041" v="11944" actId="47"/>
        <pc:sldMkLst>
          <pc:docMk/>
          <pc:sldMk cId="2666387079" sldId="983"/>
        </pc:sldMkLst>
      </pc:sldChg>
      <pc:sldChg chg="delSp">
        <pc:chgData name="Lenni Lobel" userId="38f762f444469328" providerId="LiveId" clId="{A8A420C3-28EC-42BC-8D97-23E4B00302A4}" dt="2020-01-12T23:52:35.277" v="8" actId="478"/>
        <pc:sldMkLst>
          <pc:docMk/>
          <pc:sldMk cId="680647006" sldId="993"/>
        </pc:sldMkLst>
      </pc:sldChg>
      <pc:sldChg chg="delSp">
        <pc:chgData name="Lenni Lobel" userId="38f762f444469328" providerId="LiveId" clId="{A8A420C3-28EC-42BC-8D97-23E4B00302A4}" dt="2020-01-12T23:52:53.963" v="19" actId="478"/>
        <pc:sldMkLst>
          <pc:docMk/>
          <pc:sldMk cId="3926718541" sldId="996"/>
        </pc:sldMkLst>
      </pc:sldChg>
      <pc:sldChg chg="delSp">
        <pc:chgData name="Lenni Lobel" userId="38f762f444469328" providerId="LiveId" clId="{A8A420C3-28EC-42BC-8D97-23E4B00302A4}" dt="2020-01-12T23:52:39.675" v="12" actId="478"/>
        <pc:sldMkLst>
          <pc:docMk/>
          <pc:sldMk cId="2685986234" sldId="1000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178697461" sldId="1001"/>
        </pc:sldMkLst>
      </pc:sldChg>
      <pc:sldChg chg="delSp add">
        <pc:chgData name="Lenni Lobel" userId="38f762f444469328" providerId="LiveId" clId="{A8A420C3-28EC-42BC-8D97-23E4B00302A4}" dt="2020-01-13T01:02:27.900" v="1587" actId="478"/>
        <pc:sldMkLst>
          <pc:docMk/>
          <pc:sldMk cId="3700347879" sldId="1001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1968112905" sldId="1002"/>
        </pc:sldMkLst>
      </pc:sldChg>
      <pc:sldChg chg="delSp add">
        <pc:chgData name="Lenni Lobel" userId="38f762f444469328" providerId="LiveId" clId="{A8A420C3-28EC-42BC-8D97-23E4B00302A4}" dt="2020-01-13T01:02:28.794" v="1588" actId="478"/>
        <pc:sldMkLst>
          <pc:docMk/>
          <pc:sldMk cId="2655481649" sldId="1002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2701886296" sldId="1003"/>
        </pc:sldMkLst>
      </pc:sldChg>
      <pc:sldChg chg="delSp add">
        <pc:chgData name="Lenni Lobel" userId="38f762f444469328" providerId="LiveId" clId="{A8A420C3-28EC-42BC-8D97-23E4B00302A4}" dt="2020-01-13T01:02:29.629" v="1589" actId="478"/>
        <pc:sldMkLst>
          <pc:docMk/>
          <pc:sldMk cId="3118180509" sldId="1003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1050190003" sldId="1004"/>
        </pc:sldMkLst>
      </pc:sldChg>
      <pc:sldChg chg="delSp add del">
        <pc:chgData name="Lenni Lobel" userId="38f762f444469328" providerId="LiveId" clId="{A8A420C3-28EC-42BC-8D97-23E4B00302A4}" dt="2020-01-13T01:30:15.069" v="2307" actId="47"/>
        <pc:sldMkLst>
          <pc:docMk/>
          <pc:sldMk cId="3797246024" sldId="1004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3084948673" sldId="1005"/>
        </pc:sldMkLst>
      </pc:sldChg>
      <pc:sldChg chg="delSp add">
        <pc:chgData name="Lenni Lobel" userId="38f762f444469328" providerId="LiveId" clId="{A8A420C3-28EC-42BC-8D97-23E4B00302A4}" dt="2020-01-13T01:02:30.392" v="1590" actId="478"/>
        <pc:sldMkLst>
          <pc:docMk/>
          <pc:sldMk cId="3745033302" sldId="1005"/>
        </pc:sldMkLst>
      </pc:sldChg>
      <pc:sldChg chg="delSp add">
        <pc:chgData name="Lenni Lobel" userId="38f762f444469328" providerId="LiveId" clId="{A8A420C3-28EC-42BC-8D97-23E4B00302A4}" dt="2020-01-13T01:02:31.117" v="1591" actId="478"/>
        <pc:sldMkLst>
          <pc:docMk/>
          <pc:sldMk cId="159191816" sldId="1006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1873250518" sldId="1006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728092511" sldId="1007"/>
        </pc:sldMkLst>
      </pc:sldChg>
      <pc:sldChg chg="delSp add">
        <pc:chgData name="Lenni Lobel" userId="38f762f444469328" providerId="LiveId" clId="{A8A420C3-28EC-42BC-8D97-23E4B00302A4}" dt="2020-01-13T01:02:32.620" v="1593" actId="478"/>
        <pc:sldMkLst>
          <pc:docMk/>
          <pc:sldMk cId="3095189515" sldId="1007"/>
        </pc:sldMkLst>
      </pc:sldChg>
      <pc:sldChg chg="delSp">
        <pc:chgData name="Lenni Lobel" userId="38f762f444469328" providerId="LiveId" clId="{A8A420C3-28EC-42BC-8D97-23E4B00302A4}" dt="2020-01-12T23:52:34.068" v="6" actId="478"/>
        <pc:sldMkLst>
          <pc:docMk/>
          <pc:sldMk cId="564730472" sldId="1009"/>
        </pc:sldMkLst>
      </pc:sldChg>
      <pc:sldChg chg="delSp modSp modAnim">
        <pc:chgData name="Lenni Lobel" userId="38f762f444469328" providerId="LiveId" clId="{A8A420C3-28EC-42BC-8D97-23E4B00302A4}" dt="2020-01-13T00:51:28.709" v="1311" actId="20577"/>
        <pc:sldMkLst>
          <pc:docMk/>
          <pc:sldMk cId="1578133021" sldId="1014"/>
        </pc:sldMkLst>
      </pc:sldChg>
      <pc:sldChg chg="delSp">
        <pc:chgData name="Lenni Lobel" userId="38f762f444469328" providerId="LiveId" clId="{A8A420C3-28EC-42BC-8D97-23E4B00302A4}" dt="2020-01-12T23:52:36.451" v="10" actId="478"/>
        <pc:sldMkLst>
          <pc:docMk/>
          <pc:sldMk cId="288765642" sldId="1016"/>
        </pc:sldMkLst>
      </pc:sldChg>
      <pc:sldChg chg="del">
        <pc:chgData name="Lenni Lobel" userId="38f762f444469328" providerId="LiveId" clId="{A8A420C3-28EC-42BC-8D97-23E4B00302A4}" dt="2020-01-13T00:58:58.606" v="1564" actId="2696"/>
        <pc:sldMkLst>
          <pc:docMk/>
          <pc:sldMk cId="41447275" sldId="1018"/>
        </pc:sldMkLst>
      </pc:sldChg>
      <pc:sldChg chg="delSp add">
        <pc:chgData name="Lenni Lobel" userId="38f762f444469328" providerId="LiveId" clId="{A8A420C3-28EC-42BC-8D97-23E4B00302A4}" dt="2020-01-13T01:02:31.802" v="1592" actId="478"/>
        <pc:sldMkLst>
          <pc:docMk/>
          <pc:sldMk cId="3027769780" sldId="1018"/>
        </pc:sldMkLst>
      </pc:sldChg>
      <pc:sldChg chg="delSp">
        <pc:chgData name="Lenni Lobel" userId="38f762f444469328" providerId="LiveId" clId="{A8A420C3-28EC-42BC-8D97-23E4B00302A4}" dt="2020-01-12T23:52:56.170" v="20" actId="478"/>
        <pc:sldMkLst>
          <pc:docMk/>
          <pc:sldMk cId="3339365685" sldId="1099"/>
        </pc:sldMkLst>
      </pc:sldChg>
      <pc:sldChg chg="modSp">
        <pc:chgData name="Lenni Lobel" userId="38f762f444469328" providerId="LiveId" clId="{A8A420C3-28EC-42BC-8D97-23E4B00302A4}" dt="2020-01-13T01:01:18.932" v="1569" actId="1076"/>
        <pc:sldMkLst>
          <pc:docMk/>
          <pc:sldMk cId="386824148" sldId="1112"/>
        </pc:sldMkLst>
      </pc:sldChg>
      <pc:sldChg chg="delSp">
        <pc:chgData name="Lenni Lobel" userId="38f762f444469328" providerId="LiveId" clId="{A8A420C3-28EC-42BC-8D97-23E4B00302A4}" dt="2020-01-12T23:52:52.884" v="18" actId="478"/>
        <pc:sldMkLst>
          <pc:docMk/>
          <pc:sldMk cId="3679824606" sldId="1113"/>
        </pc:sldMkLst>
      </pc:sldChg>
      <pc:sldChg chg="delSp">
        <pc:chgData name="Lenni Lobel" userId="38f762f444469328" providerId="LiveId" clId="{A8A420C3-28EC-42BC-8D97-23E4B00302A4}" dt="2020-01-12T23:52:52.187" v="17" actId="478"/>
        <pc:sldMkLst>
          <pc:docMk/>
          <pc:sldMk cId="451599007" sldId="1120"/>
        </pc:sldMkLst>
      </pc:sldChg>
      <pc:sldChg chg="delSp">
        <pc:chgData name="Lenni Lobel" userId="38f762f444469328" providerId="LiveId" clId="{A8A420C3-28EC-42BC-8D97-23E4B00302A4}" dt="2020-01-12T23:52:48.955" v="13" actId="478"/>
        <pc:sldMkLst>
          <pc:docMk/>
          <pc:sldMk cId="2144726529" sldId="1121"/>
        </pc:sldMkLst>
      </pc:sldChg>
      <pc:sldChg chg="delSp">
        <pc:chgData name="Lenni Lobel" userId="38f762f444469328" providerId="LiveId" clId="{A8A420C3-28EC-42BC-8D97-23E4B00302A4}" dt="2020-01-12T23:52:50.803" v="15" actId="478"/>
        <pc:sldMkLst>
          <pc:docMk/>
          <pc:sldMk cId="2523020331" sldId="1122"/>
        </pc:sldMkLst>
      </pc:sldChg>
      <pc:sldChg chg="delSp">
        <pc:chgData name="Lenni Lobel" userId="38f762f444469328" providerId="LiveId" clId="{A8A420C3-28EC-42BC-8D97-23E4B00302A4}" dt="2020-01-12T23:52:50.032" v="14" actId="478"/>
        <pc:sldMkLst>
          <pc:docMk/>
          <pc:sldMk cId="831369296" sldId="1123"/>
        </pc:sldMkLst>
      </pc:sldChg>
      <pc:sldChg chg="delSp">
        <pc:chgData name="Lenni Lobel" userId="38f762f444469328" providerId="LiveId" clId="{A8A420C3-28EC-42BC-8D97-23E4B00302A4}" dt="2020-01-12T23:52:51.499" v="16" actId="478"/>
        <pc:sldMkLst>
          <pc:docMk/>
          <pc:sldMk cId="2245472784" sldId="1124"/>
        </pc:sldMkLst>
      </pc:sldChg>
      <pc:sldChg chg="delSp">
        <pc:chgData name="Lenni Lobel" userId="38f762f444469328" providerId="LiveId" clId="{A8A420C3-28EC-42BC-8D97-23E4B00302A4}" dt="2020-01-12T23:52:34.667" v="7" actId="478"/>
        <pc:sldMkLst>
          <pc:docMk/>
          <pc:sldMk cId="435018492" sldId="1125"/>
        </pc:sldMkLst>
      </pc:sldChg>
      <pc:sldChg chg="delSp modSp del">
        <pc:chgData name="Lenni Lobel" userId="38f762f444469328" providerId="LiveId" clId="{A8A420C3-28EC-42BC-8D97-23E4B00302A4}" dt="2020-01-13T00:56:03.511" v="1388" actId="47"/>
        <pc:sldMkLst>
          <pc:docMk/>
          <pc:sldMk cId="3814294745" sldId="1126"/>
        </pc:sldMkLst>
      </pc:sldChg>
      <pc:sldChg chg="modSp ord modAnim">
        <pc:chgData name="Lenni Lobel" userId="38f762f444469328" providerId="LiveId" clId="{A8A420C3-28EC-42BC-8D97-23E4B00302A4}" dt="2020-02-15T14:03:25.276" v="11910"/>
        <pc:sldMkLst>
          <pc:docMk/>
          <pc:sldMk cId="3331253355" sldId="1128"/>
        </pc:sldMkLst>
      </pc:sldChg>
      <pc:sldChg chg="modSp">
        <pc:chgData name="Lenni Lobel" userId="38f762f444469328" providerId="LiveId" clId="{A8A420C3-28EC-42BC-8D97-23E4B00302A4}" dt="2020-02-16T22:22:20.935" v="15471" actId="20577"/>
        <pc:sldMkLst>
          <pc:docMk/>
          <pc:sldMk cId="1470321535" sldId="1132"/>
        </pc:sldMkLst>
      </pc:sldChg>
      <pc:sldChg chg="modSp ord">
        <pc:chgData name="Lenni Lobel" userId="38f762f444469328" providerId="LiveId" clId="{A8A420C3-28EC-42BC-8D97-23E4B00302A4}" dt="2020-02-15T18:13:54.208" v="12541" actId="27636"/>
        <pc:sldMkLst>
          <pc:docMk/>
          <pc:sldMk cId="3155996541" sldId="1135"/>
        </pc:sldMkLst>
      </pc:sldChg>
      <pc:sldChg chg="modSp modAnim">
        <pc:chgData name="Lenni Lobel" userId="38f762f444469328" providerId="LiveId" clId="{A8A420C3-28EC-42BC-8D97-23E4B00302A4}" dt="2020-02-15T13:59:29.909" v="11848"/>
        <pc:sldMkLst>
          <pc:docMk/>
          <pc:sldMk cId="4265533736" sldId="1136"/>
        </pc:sldMkLst>
      </pc:sldChg>
      <pc:sldChg chg="del">
        <pc:chgData name="Lenni Lobel" userId="38f762f444469328" providerId="LiveId" clId="{A8A420C3-28EC-42BC-8D97-23E4B00302A4}" dt="2020-02-15T18:14:22.463" v="12542" actId="47"/>
        <pc:sldMkLst>
          <pc:docMk/>
          <pc:sldMk cId="4002770163" sldId="1137"/>
        </pc:sldMkLst>
      </pc:sldChg>
      <pc:sldChg chg="addSp delSp modSp modAnim">
        <pc:chgData name="Lenni Lobel" userId="38f762f444469328" providerId="LiveId" clId="{A8A420C3-28EC-42BC-8D97-23E4B00302A4}" dt="2020-02-16T16:58:41.091" v="15076" actId="113"/>
        <pc:sldMkLst>
          <pc:docMk/>
          <pc:sldMk cId="2734624263" sldId="1138"/>
        </pc:sldMkLst>
      </pc:sldChg>
      <pc:sldChg chg="modSp modAnim">
        <pc:chgData name="Lenni Lobel" userId="38f762f444469328" providerId="LiveId" clId="{A8A420C3-28EC-42BC-8D97-23E4B00302A4}" dt="2020-02-15T17:05:52.194" v="12468"/>
        <pc:sldMkLst>
          <pc:docMk/>
          <pc:sldMk cId="416775242" sldId="1139"/>
        </pc:sldMkLst>
      </pc:sldChg>
      <pc:sldChg chg="modSp">
        <pc:chgData name="Lenni Lobel" userId="38f762f444469328" providerId="LiveId" clId="{A8A420C3-28EC-42BC-8D97-23E4B00302A4}" dt="2020-02-15T18:11:50.433" v="12503" actId="27636"/>
        <pc:sldMkLst>
          <pc:docMk/>
          <pc:sldMk cId="3652778174" sldId="1143"/>
        </pc:sldMkLst>
      </pc:sldChg>
      <pc:sldChg chg="delSp modSp del">
        <pc:chgData name="Lenni Lobel" userId="38f762f444469328" providerId="LiveId" clId="{A8A420C3-28EC-42BC-8D97-23E4B00302A4}" dt="2020-02-15T14:13:34.627" v="12163" actId="47"/>
        <pc:sldMkLst>
          <pc:docMk/>
          <pc:sldMk cId="2242946908" sldId="1155"/>
        </pc:sldMkLst>
      </pc:sldChg>
      <pc:sldChg chg="del">
        <pc:chgData name="Lenni Lobel" userId="38f762f444469328" providerId="LiveId" clId="{A8A420C3-28EC-42BC-8D97-23E4B00302A4}" dt="2020-02-15T14:19:36.441" v="12313" actId="47"/>
        <pc:sldMkLst>
          <pc:docMk/>
          <pc:sldMk cId="1797684805" sldId="1156"/>
        </pc:sldMkLst>
      </pc:sldChg>
      <pc:sldChg chg="del">
        <pc:chgData name="Lenni Lobel" userId="38f762f444469328" providerId="LiveId" clId="{A8A420C3-28EC-42BC-8D97-23E4B00302A4}" dt="2020-02-15T14:24:02.150" v="12324" actId="47"/>
        <pc:sldMkLst>
          <pc:docMk/>
          <pc:sldMk cId="1371136471" sldId="1158"/>
        </pc:sldMkLst>
      </pc:sldChg>
      <pc:sldChg chg="del">
        <pc:chgData name="Lenni Lobel" userId="38f762f444469328" providerId="LiveId" clId="{A8A420C3-28EC-42BC-8D97-23E4B00302A4}" dt="2020-02-15T18:12:02.668" v="12504" actId="47"/>
        <pc:sldMkLst>
          <pc:docMk/>
          <pc:sldMk cId="2444001586" sldId="1159"/>
        </pc:sldMkLst>
      </pc:sldChg>
      <pc:sldChg chg="del">
        <pc:chgData name="Lenni Lobel" userId="38f762f444469328" providerId="LiveId" clId="{A8A420C3-28EC-42BC-8D97-23E4B00302A4}" dt="2020-02-15T18:17:13.791" v="12741" actId="47"/>
        <pc:sldMkLst>
          <pc:docMk/>
          <pc:sldMk cId="2793203139" sldId="1160"/>
        </pc:sldMkLst>
      </pc:sldChg>
      <pc:sldChg chg="del">
        <pc:chgData name="Lenni Lobel" userId="38f762f444469328" providerId="LiveId" clId="{A8A420C3-28EC-42BC-8D97-23E4B00302A4}" dt="2020-02-15T18:17:44.901" v="12742" actId="47"/>
        <pc:sldMkLst>
          <pc:docMk/>
          <pc:sldMk cId="178214079" sldId="1161"/>
        </pc:sldMkLst>
      </pc:sldChg>
      <pc:sldChg chg="del">
        <pc:chgData name="Lenni Lobel" userId="38f762f444469328" providerId="LiveId" clId="{A8A420C3-28EC-42BC-8D97-23E4B00302A4}" dt="2020-02-15T18:17:53.513" v="12743" actId="47"/>
        <pc:sldMkLst>
          <pc:docMk/>
          <pc:sldMk cId="2409326586" sldId="1162"/>
        </pc:sldMkLst>
      </pc:sldChg>
      <pc:sldChg chg="del">
        <pc:chgData name="Lenni Lobel" userId="38f762f444469328" providerId="LiveId" clId="{A8A420C3-28EC-42BC-8D97-23E4B00302A4}" dt="2020-02-15T18:18:10.392" v="12745" actId="47"/>
        <pc:sldMkLst>
          <pc:docMk/>
          <pc:sldMk cId="2091731366" sldId="1163"/>
        </pc:sldMkLst>
      </pc:sldChg>
      <pc:sldChg chg="modSp add">
        <pc:chgData name="Lenni Lobel" userId="38f762f444469328" providerId="LiveId" clId="{A8A420C3-28EC-42BC-8D97-23E4B00302A4}" dt="2020-02-16T22:24:00.506" v="15519" actId="6549"/>
        <pc:sldMkLst>
          <pc:docMk/>
          <pc:sldMk cId="1406262182" sldId="1164"/>
        </pc:sldMkLst>
      </pc:sldChg>
      <pc:sldChg chg="modSp del">
        <pc:chgData name="Lenni Lobel" userId="38f762f444469328" providerId="LiveId" clId="{A8A420C3-28EC-42BC-8D97-23E4B00302A4}" dt="2020-02-16T22:22:38.777" v="15475" actId="2696"/>
        <pc:sldMkLst>
          <pc:docMk/>
          <pc:sldMk cId="3402750998" sldId="1164"/>
        </pc:sldMkLst>
      </pc:sldChg>
      <pc:sldChg chg="addSp delSp modSp add del addCm delCm">
        <pc:chgData name="Lenni Lobel" userId="38f762f444469328" providerId="LiveId" clId="{A8A420C3-28EC-42BC-8D97-23E4B00302A4}" dt="2020-01-13T01:14:03.037" v="1700" actId="47"/>
        <pc:sldMkLst>
          <pc:docMk/>
          <pc:sldMk cId="3443560045" sldId="1165"/>
        </pc:sldMkLst>
      </pc:sldChg>
      <pc:sldChg chg="modSp add">
        <pc:chgData name="Lenni Lobel" userId="38f762f444469328" providerId="LiveId" clId="{A8A420C3-28EC-42BC-8D97-23E4B00302A4}" dt="2020-01-13T01:14:25.306" v="1705" actId="207"/>
        <pc:sldMkLst>
          <pc:docMk/>
          <pc:sldMk cId="409893606" sldId="1166"/>
        </pc:sldMkLst>
      </pc:sldChg>
      <pc:sldChg chg="modSp add del">
        <pc:chgData name="Lenni Lobel" userId="38f762f444469328" providerId="LiveId" clId="{A8A420C3-28EC-42BC-8D97-23E4B00302A4}" dt="2020-01-13T00:39:44.791" v="1166" actId="47"/>
        <pc:sldMkLst>
          <pc:docMk/>
          <pc:sldMk cId="1701503046" sldId="1166"/>
        </pc:sldMkLst>
      </pc:sldChg>
      <pc:sldChg chg="modSp add">
        <pc:chgData name="Lenni Lobel" userId="38f762f444469328" providerId="LiveId" clId="{A8A420C3-28EC-42BC-8D97-23E4B00302A4}" dt="2020-01-13T00:57:49.548" v="1557" actId="20577"/>
        <pc:sldMkLst>
          <pc:docMk/>
          <pc:sldMk cId="176581411" sldId="1167"/>
        </pc:sldMkLst>
      </pc:sldChg>
      <pc:sldChg chg="add del">
        <pc:chgData name="Lenni Lobel" userId="38f762f444469328" providerId="LiveId" clId="{A8A420C3-28EC-42BC-8D97-23E4B00302A4}" dt="2020-01-13T00:39:42.195" v="1165" actId="47"/>
        <pc:sldMkLst>
          <pc:docMk/>
          <pc:sldMk cId="3512545722" sldId="1167"/>
        </pc:sldMkLst>
      </pc:sldChg>
      <pc:sldChg chg="modSp add ord">
        <pc:chgData name="Lenni Lobel" userId="38f762f444469328" providerId="LiveId" clId="{A8A420C3-28EC-42BC-8D97-23E4B00302A4}" dt="2020-02-15T19:40:52.149" v="12977" actId="6549"/>
        <pc:sldMkLst>
          <pc:docMk/>
          <pc:sldMk cId="381779183" sldId="1168"/>
        </pc:sldMkLst>
      </pc:sldChg>
      <pc:sldChg chg="add del">
        <pc:chgData name="Lenni Lobel" userId="38f762f444469328" providerId="LiveId" clId="{A8A420C3-28EC-42BC-8D97-23E4B00302A4}" dt="2020-01-13T00:39:40.136" v="1164" actId="47"/>
        <pc:sldMkLst>
          <pc:docMk/>
          <pc:sldMk cId="707065346" sldId="1168"/>
        </pc:sldMkLst>
      </pc:sldChg>
      <pc:sldChg chg="modSp add del">
        <pc:chgData name="Lenni Lobel" userId="38f762f444469328" providerId="LiveId" clId="{A8A420C3-28EC-42BC-8D97-23E4B00302A4}" dt="2020-01-13T00:57:55.632" v="1558" actId="2696"/>
        <pc:sldMkLst>
          <pc:docMk/>
          <pc:sldMk cId="2660101736" sldId="1168"/>
        </pc:sldMkLst>
      </pc:sldChg>
      <pc:sldChg chg="add del">
        <pc:chgData name="Lenni Lobel" userId="38f762f444469328" providerId="LiveId" clId="{A8A420C3-28EC-42BC-8D97-23E4B00302A4}" dt="2020-01-13T00:58:13.220" v="1561" actId="2696"/>
        <pc:sldMkLst>
          <pc:docMk/>
          <pc:sldMk cId="3060834716" sldId="1168"/>
        </pc:sldMkLst>
      </pc:sldChg>
      <pc:sldChg chg="add ord">
        <pc:chgData name="Lenni Lobel" userId="38f762f444469328" providerId="LiveId" clId="{A8A420C3-28EC-42BC-8D97-23E4B00302A4}" dt="2020-01-13T00:58:30.790" v="1563"/>
        <pc:sldMkLst>
          <pc:docMk/>
          <pc:sldMk cId="497347183" sldId="1169"/>
        </pc:sldMkLst>
      </pc:sldChg>
      <pc:sldChg chg="modSp add del">
        <pc:chgData name="Lenni Lobel" userId="38f762f444469328" providerId="LiveId" clId="{A8A420C3-28EC-42BC-8D97-23E4B00302A4}" dt="2020-01-13T00:57:55.632" v="1558" actId="2696"/>
        <pc:sldMkLst>
          <pc:docMk/>
          <pc:sldMk cId="2050743840" sldId="1169"/>
        </pc:sldMkLst>
      </pc:sldChg>
      <pc:sldChg chg="add del">
        <pc:chgData name="Lenni Lobel" userId="38f762f444469328" providerId="LiveId" clId="{A8A420C3-28EC-42BC-8D97-23E4B00302A4}" dt="2020-01-13T00:58:13.220" v="1561" actId="2696"/>
        <pc:sldMkLst>
          <pc:docMk/>
          <pc:sldMk cId="2062889357" sldId="1169"/>
        </pc:sldMkLst>
      </pc:sldChg>
      <pc:sldChg chg="add del ord">
        <pc:chgData name="Lenni Lobel" userId="38f762f444469328" providerId="LiveId" clId="{A8A420C3-28EC-42BC-8D97-23E4B00302A4}" dt="2020-01-13T00:59:53.286" v="1566" actId="2696"/>
        <pc:sldMkLst>
          <pc:docMk/>
          <pc:sldMk cId="59139468" sldId="1170"/>
        </pc:sldMkLst>
      </pc:sldChg>
      <pc:sldChg chg="add ord">
        <pc:chgData name="Lenni Lobel" userId="38f762f444469328" providerId="LiveId" clId="{A8A420C3-28EC-42BC-8D97-23E4B00302A4}" dt="2020-01-13T01:11:01.523" v="1616"/>
        <pc:sldMkLst>
          <pc:docMk/>
          <pc:sldMk cId="695405281" sldId="1170"/>
        </pc:sldMkLst>
      </pc:sldChg>
      <pc:sldChg chg="add del">
        <pc:chgData name="Lenni Lobel" userId="38f762f444469328" providerId="LiveId" clId="{A8A420C3-28EC-42BC-8D97-23E4B00302A4}" dt="2020-01-13T00:58:13.220" v="1561" actId="2696"/>
        <pc:sldMkLst>
          <pc:docMk/>
          <pc:sldMk cId="2279089711" sldId="1170"/>
        </pc:sldMkLst>
      </pc:sldChg>
      <pc:sldChg chg="modSp add del">
        <pc:chgData name="Lenni Lobel" userId="38f762f444469328" providerId="LiveId" clId="{A8A420C3-28EC-42BC-8D97-23E4B00302A4}" dt="2020-01-13T00:57:55.632" v="1558" actId="2696"/>
        <pc:sldMkLst>
          <pc:docMk/>
          <pc:sldMk cId="2687085478" sldId="1170"/>
        </pc:sldMkLst>
      </pc:sldChg>
      <pc:sldChg chg="add">
        <pc:chgData name="Lenni Lobel" userId="38f762f444469328" providerId="LiveId" clId="{A8A420C3-28EC-42BC-8D97-23E4B00302A4}" dt="2020-01-13T00:58:05.151" v="1559"/>
        <pc:sldMkLst>
          <pc:docMk/>
          <pc:sldMk cId="1460779014" sldId="1171"/>
        </pc:sldMkLst>
      </pc:sldChg>
      <pc:sldChg chg="add del">
        <pc:chgData name="Lenni Lobel" userId="38f762f444469328" providerId="LiveId" clId="{A8A420C3-28EC-42BC-8D97-23E4B00302A4}" dt="2020-01-13T00:57:55.632" v="1558" actId="2696"/>
        <pc:sldMkLst>
          <pc:docMk/>
          <pc:sldMk cId="3492628759" sldId="1171"/>
        </pc:sldMkLst>
      </pc:sldChg>
      <pc:sldChg chg="add">
        <pc:chgData name="Lenni Lobel" userId="38f762f444469328" providerId="LiveId" clId="{A8A420C3-28EC-42BC-8D97-23E4B00302A4}" dt="2020-01-13T01:14:07.036" v="1701"/>
        <pc:sldMkLst>
          <pc:docMk/>
          <pc:sldMk cId="231659459" sldId="1172"/>
        </pc:sldMkLst>
      </pc:sldChg>
      <pc:sldChg chg="add del">
        <pc:chgData name="Lenni Lobel" userId="38f762f444469328" providerId="LiveId" clId="{A8A420C3-28EC-42BC-8D97-23E4B00302A4}" dt="2020-01-13T01:02:06.104" v="1572"/>
        <pc:sldMkLst>
          <pc:docMk/>
          <pc:sldMk cId="1673227177" sldId="1172"/>
        </pc:sldMkLst>
      </pc:sldChg>
      <pc:sldChg chg="modSp add del">
        <pc:chgData name="Lenni Lobel" userId="38f762f444469328" providerId="LiveId" clId="{A8A420C3-28EC-42BC-8D97-23E4B00302A4}" dt="2020-01-13T01:22:51.235" v="2266" actId="47"/>
        <pc:sldMkLst>
          <pc:docMk/>
          <pc:sldMk cId="4239541364" sldId="1173"/>
        </pc:sldMkLst>
      </pc:sldChg>
      <pc:sldChg chg="addSp delSp modSp add del delAnim modAnim">
        <pc:chgData name="Lenni Lobel" userId="38f762f444469328" providerId="LiveId" clId="{A8A420C3-28EC-42BC-8D97-23E4B00302A4}" dt="2020-02-15T19:43:02.483" v="13268" actId="47"/>
        <pc:sldMkLst>
          <pc:docMk/>
          <pc:sldMk cId="540075571" sldId="1174"/>
        </pc:sldMkLst>
      </pc:sldChg>
      <pc:sldChg chg="modSp add del modAnim">
        <pc:chgData name="Lenni Lobel" userId="38f762f444469328" providerId="LiveId" clId="{A8A420C3-28EC-42BC-8D97-23E4B00302A4}" dt="2020-02-15T19:43:02.483" v="13268" actId="47"/>
        <pc:sldMkLst>
          <pc:docMk/>
          <pc:sldMk cId="2987134053" sldId="1175"/>
        </pc:sldMkLst>
      </pc:sldChg>
      <pc:sldChg chg="modSp add del">
        <pc:chgData name="Lenni Lobel" userId="38f762f444469328" providerId="LiveId" clId="{A8A420C3-28EC-42BC-8D97-23E4B00302A4}" dt="2020-02-15T19:46:17.054" v="13368" actId="47"/>
        <pc:sldMkLst>
          <pc:docMk/>
          <pc:sldMk cId="1651923209" sldId="1176"/>
        </pc:sldMkLst>
      </pc:sldChg>
      <pc:sldChg chg="modSp add del ord">
        <pc:chgData name="Lenni Lobel" userId="38f762f444469328" providerId="LiveId" clId="{A8A420C3-28EC-42BC-8D97-23E4B00302A4}" dt="2020-02-15T19:46:37.923" v="13377" actId="47"/>
        <pc:sldMkLst>
          <pc:docMk/>
          <pc:sldMk cId="1364415414" sldId="1177"/>
        </pc:sldMkLst>
      </pc:sldChg>
      <pc:sldChg chg="modSp add del">
        <pc:chgData name="Lenni Lobel" userId="38f762f444469328" providerId="LiveId" clId="{A8A420C3-28EC-42BC-8D97-23E4B00302A4}" dt="2020-02-15T19:45:47.636" v="13367" actId="47"/>
        <pc:sldMkLst>
          <pc:docMk/>
          <pc:sldMk cId="4038381520" sldId="1178"/>
        </pc:sldMkLst>
      </pc:sldChg>
      <pc:sldChg chg="modSp add del ord">
        <pc:chgData name="Lenni Lobel" userId="38f762f444469328" providerId="LiveId" clId="{A8A420C3-28EC-42BC-8D97-23E4B00302A4}" dt="2020-02-15T19:43:28.318" v="13269" actId="47"/>
        <pc:sldMkLst>
          <pc:docMk/>
          <pc:sldMk cId="3966922450" sldId="1179"/>
        </pc:sldMkLst>
      </pc:sldChg>
      <pc:sldChg chg="modSp add del">
        <pc:chgData name="Lenni Lobel" userId="38f762f444469328" providerId="LiveId" clId="{A8A420C3-28EC-42BC-8D97-23E4B00302A4}" dt="2020-02-15T19:44:03.770" v="13270" actId="47"/>
        <pc:sldMkLst>
          <pc:docMk/>
          <pc:sldMk cId="1423336963" sldId="1180"/>
        </pc:sldMkLst>
      </pc:sldChg>
      <pc:sldChg chg="modSp add del">
        <pc:chgData name="Lenni Lobel" userId="38f762f444469328" providerId="LiveId" clId="{A8A420C3-28EC-42BC-8D97-23E4B00302A4}" dt="2020-02-15T19:45:25.014" v="13366" actId="47"/>
        <pc:sldMkLst>
          <pc:docMk/>
          <pc:sldMk cId="4253926651" sldId="1181"/>
        </pc:sldMkLst>
      </pc:sldChg>
      <pc:sldChg chg="modSp add ord">
        <pc:chgData name="Lenni Lobel" userId="38f762f444469328" providerId="LiveId" clId="{A8A420C3-28EC-42BC-8D97-23E4B00302A4}" dt="2020-01-13T01:58:37.993" v="3393" actId="15"/>
        <pc:sldMkLst>
          <pc:docMk/>
          <pc:sldMk cId="94431843" sldId="1182"/>
        </pc:sldMkLst>
      </pc:sldChg>
      <pc:sldChg chg="addSp delSp modSp add">
        <pc:chgData name="Lenni Lobel" userId="38f762f444469328" providerId="LiveId" clId="{A8A420C3-28EC-42BC-8D97-23E4B00302A4}" dt="2020-01-13T01:59:03.607" v="3398" actId="27636"/>
        <pc:sldMkLst>
          <pc:docMk/>
          <pc:sldMk cId="53433590" sldId="1183"/>
        </pc:sldMkLst>
      </pc:sldChg>
      <pc:sldChg chg="modSp add ord">
        <pc:chgData name="Lenni Lobel" userId="38f762f444469328" providerId="LiveId" clId="{A8A420C3-28EC-42BC-8D97-23E4B00302A4}" dt="2020-01-13T01:46:14.837" v="3367" actId="20577"/>
        <pc:sldMkLst>
          <pc:docMk/>
          <pc:sldMk cId="2819063617" sldId="1184"/>
        </pc:sldMkLst>
      </pc:sldChg>
      <pc:sldChg chg="modSp add">
        <pc:chgData name="Lenni Lobel" userId="38f762f444469328" providerId="LiveId" clId="{A8A420C3-28EC-42BC-8D97-23E4B00302A4}" dt="2020-02-15T19:45:09.500" v="13365" actId="20577"/>
        <pc:sldMkLst>
          <pc:docMk/>
          <pc:sldMk cId="99987050" sldId="1185"/>
        </pc:sldMkLst>
      </pc:sldChg>
      <pc:sldChg chg="modSp add">
        <pc:chgData name="Lenni Lobel" userId="38f762f444469328" providerId="LiveId" clId="{A8A420C3-28EC-42BC-8D97-23E4B00302A4}" dt="2020-01-13T04:03:15.578" v="4503" actId="20577"/>
        <pc:sldMkLst>
          <pc:docMk/>
          <pc:sldMk cId="2066518586" sldId="1186"/>
        </pc:sldMkLst>
      </pc:sldChg>
      <pc:sldChg chg="delSp add del">
        <pc:chgData name="Lenni Lobel" userId="38f762f444469328" providerId="LiveId" clId="{A8A420C3-28EC-42BC-8D97-23E4B00302A4}" dt="2020-01-13T03:58:13.501" v="3980" actId="47"/>
        <pc:sldMkLst>
          <pc:docMk/>
          <pc:sldMk cId="2873481561" sldId="1186"/>
        </pc:sldMkLst>
      </pc:sldChg>
      <pc:sldChg chg="modSp add ord">
        <pc:chgData name="Lenni Lobel" userId="38f762f444469328" providerId="LiveId" clId="{A8A420C3-28EC-42BC-8D97-23E4B00302A4}" dt="2020-01-13T04:19:58.036" v="5205" actId="27636"/>
        <pc:sldMkLst>
          <pc:docMk/>
          <pc:sldMk cId="2094140116" sldId="1187"/>
        </pc:sldMkLst>
      </pc:sldChg>
      <pc:sldChg chg="add del">
        <pc:chgData name="Lenni Lobel" userId="38f762f444469328" providerId="LiveId" clId="{A8A420C3-28EC-42BC-8D97-23E4B00302A4}" dt="2020-01-13T03:55:12.454" v="3730" actId="47"/>
        <pc:sldMkLst>
          <pc:docMk/>
          <pc:sldMk cId="3199012383" sldId="1187"/>
        </pc:sldMkLst>
      </pc:sldChg>
      <pc:sldChg chg="addSp delSp modSp add modAnim">
        <pc:chgData name="Lenni Lobel" userId="38f762f444469328" providerId="LiveId" clId="{A8A420C3-28EC-42BC-8D97-23E4B00302A4}" dt="2020-01-13T04:26:32.569" v="5358"/>
        <pc:sldMkLst>
          <pc:docMk/>
          <pc:sldMk cId="4289684271" sldId="1188"/>
        </pc:sldMkLst>
      </pc:sldChg>
      <pc:sldChg chg="ord">
        <pc:chgData name="Lenni Lobel" userId="38f762f444469328" providerId="LiveId" clId="{A8A420C3-28EC-42BC-8D97-23E4B00302A4}" dt="2020-02-15T18:17:11.301" v="12740"/>
        <pc:sldMkLst>
          <pc:docMk/>
          <pc:sldMk cId="2543228877" sldId="1189"/>
        </pc:sldMkLst>
      </pc:sldChg>
      <pc:sldChg chg="addSp delSp modSp delAnim modAnim">
        <pc:chgData name="Lenni Lobel" userId="38f762f444469328" providerId="LiveId" clId="{A8A420C3-28EC-42BC-8D97-23E4B00302A4}" dt="2020-01-14T02:03:01.057" v="5595" actId="1038"/>
        <pc:sldMkLst>
          <pc:docMk/>
          <pc:sldMk cId="4116329245" sldId="1190"/>
        </pc:sldMkLst>
      </pc:sldChg>
      <pc:sldChg chg="addSp delSp del">
        <pc:chgData name="Lenni Lobel" userId="38f762f444469328" providerId="LiveId" clId="{A8A420C3-28EC-42BC-8D97-23E4B00302A4}" dt="2020-01-14T02:17:03.754" v="5751" actId="47"/>
        <pc:sldMkLst>
          <pc:docMk/>
          <pc:sldMk cId="2577525540" sldId="1191"/>
        </pc:sldMkLst>
      </pc:sldChg>
      <pc:sldChg chg="del">
        <pc:chgData name="Lenni Lobel" userId="38f762f444469328" providerId="LiveId" clId="{A8A420C3-28EC-42BC-8D97-23E4B00302A4}" dt="2020-01-14T02:17:05.853" v="5752" actId="47"/>
        <pc:sldMkLst>
          <pc:docMk/>
          <pc:sldMk cId="291836149" sldId="1192"/>
        </pc:sldMkLst>
      </pc:sldChg>
      <pc:sldChg chg="addSp delSp add del modAnim">
        <pc:chgData name="Lenni Lobel" userId="38f762f444469328" providerId="LiveId" clId="{A8A420C3-28EC-42BC-8D97-23E4B00302A4}" dt="2020-01-14T02:17:03.754" v="5751" actId="47"/>
        <pc:sldMkLst>
          <pc:docMk/>
          <pc:sldMk cId="4165625603" sldId="1193"/>
        </pc:sldMkLst>
      </pc:sldChg>
      <pc:sldChg chg="delSp add del">
        <pc:chgData name="Lenni Lobel" userId="38f762f444469328" providerId="LiveId" clId="{A8A420C3-28EC-42BC-8D97-23E4B00302A4}" dt="2020-01-14T02:17:03.754" v="5751" actId="47"/>
        <pc:sldMkLst>
          <pc:docMk/>
          <pc:sldMk cId="627641167" sldId="1194"/>
        </pc:sldMkLst>
      </pc:sldChg>
      <pc:sldChg chg="add del">
        <pc:chgData name="Lenni Lobel" userId="38f762f444469328" providerId="LiveId" clId="{A8A420C3-28EC-42BC-8D97-23E4B00302A4}" dt="2020-01-14T02:01:45.962" v="5587" actId="47"/>
        <pc:sldMkLst>
          <pc:docMk/>
          <pc:sldMk cId="1151742549" sldId="1194"/>
        </pc:sldMkLst>
      </pc:sldChg>
      <pc:sldChg chg="addSp delSp modSp add addAnim delAnim modAnim">
        <pc:chgData name="Lenni Lobel" userId="38f762f444469328" providerId="LiveId" clId="{A8A420C3-28EC-42BC-8D97-23E4B00302A4}" dt="2020-02-16T13:51:57.393" v="13381" actId="1076"/>
        <pc:sldMkLst>
          <pc:docMk/>
          <pc:sldMk cId="481391573" sldId="1195"/>
        </pc:sldMkLst>
      </pc:sldChg>
      <pc:sldChg chg="addSp delSp modSp add delAnim modAnim">
        <pc:chgData name="Lenni Lobel" userId="38f762f444469328" providerId="LiveId" clId="{A8A420C3-28EC-42BC-8D97-23E4B00302A4}" dt="2020-01-14T02:12:26.910" v="5689"/>
        <pc:sldMkLst>
          <pc:docMk/>
          <pc:sldMk cId="2899111042" sldId="1196"/>
        </pc:sldMkLst>
      </pc:sldChg>
      <pc:sldChg chg="addSp delSp modSp add delAnim modAnim">
        <pc:chgData name="Lenni Lobel" userId="38f762f444469328" providerId="LiveId" clId="{A8A420C3-28EC-42BC-8D97-23E4B00302A4}" dt="2020-01-14T02:16:37.254" v="5747" actId="14100"/>
        <pc:sldMkLst>
          <pc:docMk/>
          <pc:sldMk cId="3709349170" sldId="1197"/>
        </pc:sldMkLst>
      </pc:sldChg>
      <pc:sldChg chg="add del">
        <pc:chgData name="Lenni Lobel" userId="38f762f444469328" providerId="LiveId" clId="{A8A420C3-28EC-42BC-8D97-23E4B00302A4}" dt="2020-01-14T02:17:03.754" v="5751" actId="47"/>
        <pc:sldMkLst>
          <pc:docMk/>
          <pc:sldMk cId="4016457411" sldId="1198"/>
        </pc:sldMkLst>
      </pc:sldChg>
      <pc:sldChg chg="addSp delSp modSp add delAnim modAnim">
        <pc:chgData name="Lenni Lobel" userId="38f762f444469328" providerId="LiveId" clId="{A8A420C3-28EC-42BC-8D97-23E4B00302A4}" dt="2020-01-14T02:17:49.569" v="5766" actId="1035"/>
        <pc:sldMkLst>
          <pc:docMk/>
          <pc:sldMk cId="4000140837" sldId="1199"/>
        </pc:sldMkLst>
      </pc:sldChg>
      <pc:sldChg chg="modSp add del ord">
        <pc:chgData name="Lenni Lobel" userId="38f762f444469328" providerId="LiveId" clId="{A8A420C3-28EC-42BC-8D97-23E4B00302A4}" dt="2020-01-14T02:31:43.752" v="6503" actId="47"/>
        <pc:sldMkLst>
          <pc:docMk/>
          <pc:sldMk cId="750836023" sldId="1200"/>
        </pc:sldMkLst>
      </pc:sldChg>
      <pc:sldChg chg="modSp add">
        <pc:chgData name="Lenni Lobel" userId="38f762f444469328" providerId="LiveId" clId="{A8A420C3-28EC-42BC-8D97-23E4B00302A4}" dt="2020-01-14T02:32:51.249" v="6590" actId="27636"/>
        <pc:sldMkLst>
          <pc:docMk/>
          <pc:sldMk cId="2196621941" sldId="1201"/>
        </pc:sldMkLst>
      </pc:sldChg>
      <pc:sldChg chg="modSp add modNotesTx">
        <pc:chgData name="Lenni Lobel" userId="38f762f444469328" providerId="LiveId" clId="{A8A420C3-28EC-42BC-8D97-23E4B00302A4}" dt="2020-02-16T22:14:31.113" v="15132" actId="20577"/>
        <pc:sldMkLst>
          <pc:docMk/>
          <pc:sldMk cId="3252219793" sldId="1202"/>
        </pc:sldMkLst>
      </pc:sldChg>
      <pc:sldChg chg="addSp delSp modSp add del">
        <pc:chgData name="Lenni Lobel" userId="38f762f444469328" providerId="LiveId" clId="{A8A420C3-28EC-42BC-8D97-23E4B00302A4}" dt="2020-02-15T18:18:04.329" v="12744" actId="47"/>
        <pc:sldMkLst>
          <pc:docMk/>
          <pc:sldMk cId="648513820" sldId="1203"/>
        </pc:sldMkLst>
      </pc:sldChg>
      <pc:sldChg chg="delSp">
        <pc:chgData name="Lenni Lobel" userId="38f762f444469328" providerId="LiveId" clId="{A8A420C3-28EC-42BC-8D97-23E4B00302A4}" dt="2020-02-15T14:00:29.508" v="11849" actId="478"/>
        <pc:sldMkLst>
          <pc:docMk/>
          <pc:sldMk cId="1595993169" sldId="1204"/>
        </pc:sldMkLst>
      </pc:sldChg>
      <pc:sldChg chg="delSp">
        <pc:chgData name="Lenni Lobel" userId="38f762f444469328" providerId="LiveId" clId="{A8A420C3-28EC-42BC-8D97-23E4B00302A4}" dt="2020-02-15T14:00:30.651" v="11850" actId="478"/>
        <pc:sldMkLst>
          <pc:docMk/>
          <pc:sldMk cId="3534581370" sldId="1205"/>
        </pc:sldMkLst>
      </pc:sldChg>
      <pc:sldChg chg="delSp">
        <pc:chgData name="Lenni Lobel" userId="38f762f444469328" providerId="LiveId" clId="{A8A420C3-28EC-42BC-8D97-23E4B00302A4}" dt="2020-02-15T14:00:31.766" v="11851" actId="478"/>
        <pc:sldMkLst>
          <pc:docMk/>
          <pc:sldMk cId="3651549705" sldId="1206"/>
        </pc:sldMkLst>
      </pc:sldChg>
      <pc:sldChg chg="delSp">
        <pc:chgData name="Lenni Lobel" userId="38f762f444469328" providerId="LiveId" clId="{A8A420C3-28EC-42BC-8D97-23E4B00302A4}" dt="2020-02-15T14:00:32.514" v="11852" actId="478"/>
        <pc:sldMkLst>
          <pc:docMk/>
          <pc:sldMk cId="504964769" sldId="1207"/>
        </pc:sldMkLst>
      </pc:sldChg>
      <pc:sldChg chg="delSp">
        <pc:chgData name="Lenni Lobel" userId="38f762f444469328" providerId="LiveId" clId="{A8A420C3-28EC-42BC-8D97-23E4B00302A4}" dt="2020-02-15T14:00:33.221" v="11853" actId="478"/>
        <pc:sldMkLst>
          <pc:docMk/>
          <pc:sldMk cId="4188996794" sldId="1208"/>
        </pc:sldMkLst>
      </pc:sldChg>
      <pc:sldChg chg="delSp">
        <pc:chgData name="Lenni Lobel" userId="38f762f444469328" providerId="LiveId" clId="{A8A420C3-28EC-42BC-8D97-23E4B00302A4}" dt="2020-02-15T14:00:33.861" v="11854" actId="478"/>
        <pc:sldMkLst>
          <pc:docMk/>
          <pc:sldMk cId="3297445754" sldId="1209"/>
        </pc:sldMkLst>
      </pc:sldChg>
      <pc:sldChg chg="delSp">
        <pc:chgData name="Lenni Lobel" userId="38f762f444469328" providerId="LiveId" clId="{A8A420C3-28EC-42BC-8D97-23E4B00302A4}" dt="2020-02-15T14:00:34.576" v="11855" actId="478"/>
        <pc:sldMkLst>
          <pc:docMk/>
          <pc:sldMk cId="3922800054" sldId="1210"/>
        </pc:sldMkLst>
      </pc:sldChg>
      <pc:sldChg chg="delSp">
        <pc:chgData name="Lenni Lobel" userId="38f762f444469328" providerId="LiveId" clId="{A8A420C3-28EC-42BC-8D97-23E4B00302A4}" dt="2020-02-15T14:00:35.291" v="11856" actId="478"/>
        <pc:sldMkLst>
          <pc:docMk/>
          <pc:sldMk cId="4231418195" sldId="1211"/>
        </pc:sldMkLst>
      </pc:sldChg>
      <pc:sldChg chg="delSp">
        <pc:chgData name="Lenni Lobel" userId="38f762f444469328" providerId="LiveId" clId="{A8A420C3-28EC-42BC-8D97-23E4B00302A4}" dt="2020-02-15T14:00:36.012" v="11857" actId="478"/>
        <pc:sldMkLst>
          <pc:docMk/>
          <pc:sldMk cId="2691966755" sldId="1212"/>
        </pc:sldMkLst>
      </pc:sldChg>
      <pc:sldChg chg="delSp">
        <pc:chgData name="Lenni Lobel" userId="38f762f444469328" providerId="LiveId" clId="{A8A420C3-28EC-42BC-8D97-23E4B00302A4}" dt="2020-02-15T14:00:45.091" v="11858" actId="478"/>
        <pc:sldMkLst>
          <pc:docMk/>
          <pc:sldMk cId="4271815716" sldId="1232"/>
        </pc:sldMkLst>
      </pc:sldChg>
      <pc:sldChg chg="delSp">
        <pc:chgData name="Lenni Lobel" userId="38f762f444469328" providerId="LiveId" clId="{A8A420C3-28EC-42BC-8D97-23E4B00302A4}" dt="2020-02-15T14:00:46.115" v="11859" actId="478"/>
        <pc:sldMkLst>
          <pc:docMk/>
          <pc:sldMk cId="1596010200" sldId="1233"/>
        </pc:sldMkLst>
      </pc:sldChg>
      <pc:sldChg chg="delSp">
        <pc:chgData name="Lenni Lobel" userId="38f762f444469328" providerId="LiveId" clId="{A8A420C3-28EC-42BC-8D97-23E4B00302A4}" dt="2020-02-15T14:00:46.883" v="11860" actId="478"/>
        <pc:sldMkLst>
          <pc:docMk/>
          <pc:sldMk cId="3777327352" sldId="1234"/>
        </pc:sldMkLst>
      </pc:sldChg>
      <pc:sldChg chg="delSp">
        <pc:chgData name="Lenni Lobel" userId="38f762f444469328" providerId="LiveId" clId="{A8A420C3-28EC-42BC-8D97-23E4B00302A4}" dt="2020-02-15T14:00:47.619" v="11861" actId="478"/>
        <pc:sldMkLst>
          <pc:docMk/>
          <pc:sldMk cId="2513009838" sldId="1235"/>
        </pc:sldMkLst>
      </pc:sldChg>
      <pc:sldChg chg="delSp">
        <pc:chgData name="Lenni Lobel" userId="38f762f444469328" providerId="LiveId" clId="{A8A420C3-28EC-42BC-8D97-23E4B00302A4}" dt="2020-02-15T14:00:48.395" v="11862" actId="478"/>
        <pc:sldMkLst>
          <pc:docMk/>
          <pc:sldMk cId="556867383" sldId="1236"/>
        </pc:sldMkLst>
      </pc:sldChg>
      <pc:sldChg chg="delSp">
        <pc:chgData name="Lenni Lobel" userId="38f762f444469328" providerId="LiveId" clId="{A8A420C3-28EC-42BC-8D97-23E4B00302A4}" dt="2020-02-15T14:00:50.652" v="11863" actId="478"/>
        <pc:sldMkLst>
          <pc:docMk/>
          <pc:sldMk cId="214192588" sldId="1237"/>
        </pc:sldMkLst>
      </pc:sldChg>
      <pc:sldChg chg="delSp">
        <pc:chgData name="Lenni Lobel" userId="38f762f444469328" providerId="LiveId" clId="{A8A420C3-28EC-42BC-8D97-23E4B00302A4}" dt="2020-02-15T14:00:52.041" v="11864" actId="478"/>
        <pc:sldMkLst>
          <pc:docMk/>
          <pc:sldMk cId="3768660616" sldId="1238"/>
        </pc:sldMkLst>
      </pc:sldChg>
      <pc:sldChg chg="delSp del">
        <pc:chgData name="Lenni Lobel" userId="38f762f444469328" providerId="LiveId" clId="{A8A420C3-28EC-42BC-8D97-23E4B00302A4}" dt="2020-02-15T14:01:02.160" v="11866" actId="47"/>
        <pc:sldMkLst>
          <pc:docMk/>
          <pc:sldMk cId="163558883" sldId="1239"/>
        </pc:sldMkLst>
      </pc:sldChg>
      <pc:sldChg chg="addSp delSp modSp add">
        <pc:chgData name="Lenni Lobel" userId="38f762f444469328" providerId="LiveId" clId="{A8A420C3-28EC-42BC-8D97-23E4B00302A4}" dt="2020-01-27T11:53:52.089" v="9620" actId="27636"/>
        <pc:sldMkLst>
          <pc:docMk/>
          <pc:sldMk cId="2492579827" sldId="1247"/>
        </pc:sldMkLst>
      </pc:sldChg>
      <pc:sldChg chg="addSp delSp modSp add del ord">
        <pc:chgData name="Lenni Lobel" userId="38f762f444469328" providerId="LiveId" clId="{A8A420C3-28EC-42BC-8D97-23E4B00302A4}" dt="2020-01-26T13:06:32.570" v="7203" actId="47"/>
        <pc:sldMkLst>
          <pc:docMk/>
          <pc:sldMk cId="1510342808" sldId="1248"/>
        </pc:sldMkLst>
      </pc:sldChg>
      <pc:sldChg chg="addSp delSp modSp add del">
        <pc:chgData name="Lenni Lobel" userId="38f762f444469328" providerId="LiveId" clId="{A8A420C3-28EC-42BC-8D97-23E4B00302A4}" dt="2020-01-26T13:44:34.198" v="8062" actId="47"/>
        <pc:sldMkLst>
          <pc:docMk/>
          <pc:sldMk cId="2360960316" sldId="1249"/>
        </pc:sldMkLst>
      </pc:sldChg>
      <pc:sldChg chg="addSp delSp modSp add modAnim">
        <pc:chgData name="Lenni Lobel" userId="38f762f444469328" providerId="LiveId" clId="{A8A420C3-28EC-42BC-8D97-23E4B00302A4}" dt="2020-01-26T13:34:14.201" v="7888"/>
        <pc:sldMkLst>
          <pc:docMk/>
          <pc:sldMk cId="257555050" sldId="1250"/>
        </pc:sldMkLst>
      </pc:sldChg>
      <pc:sldChg chg="addSp delSp modSp add">
        <pc:chgData name="Lenni Lobel" userId="38f762f444469328" providerId="LiveId" clId="{A8A420C3-28EC-42BC-8D97-23E4B00302A4}" dt="2020-01-26T13:15:28.843" v="7457" actId="1038"/>
        <pc:sldMkLst>
          <pc:docMk/>
          <pc:sldMk cId="2516154938" sldId="1251"/>
        </pc:sldMkLst>
      </pc:sldChg>
      <pc:sldChg chg="addSp delSp modSp add ord">
        <pc:chgData name="Lenni Lobel" userId="38f762f444469328" providerId="LiveId" clId="{A8A420C3-28EC-42BC-8D97-23E4B00302A4}" dt="2020-01-26T13:14:37.303" v="7426"/>
        <pc:sldMkLst>
          <pc:docMk/>
          <pc:sldMk cId="4288257296" sldId="1252"/>
        </pc:sldMkLst>
      </pc:sldChg>
      <pc:sldChg chg="addSp delSp modSp add">
        <pc:chgData name="Lenni Lobel" userId="38f762f444469328" providerId="LiveId" clId="{A8A420C3-28EC-42BC-8D97-23E4B00302A4}" dt="2020-01-26T13:45:30.704" v="8092" actId="478"/>
        <pc:sldMkLst>
          <pc:docMk/>
          <pc:sldMk cId="1704917412" sldId="1253"/>
        </pc:sldMkLst>
      </pc:sldChg>
      <pc:sldChg chg="addSp delSp modSp add">
        <pc:chgData name="Lenni Lobel" userId="38f762f444469328" providerId="LiveId" clId="{A8A420C3-28EC-42BC-8D97-23E4B00302A4}" dt="2020-01-26T13:47:17.759" v="8099" actId="478"/>
        <pc:sldMkLst>
          <pc:docMk/>
          <pc:sldMk cId="2489387031" sldId="1254"/>
        </pc:sldMkLst>
      </pc:sldChg>
      <pc:sldChg chg="modSp add">
        <pc:chgData name="Lenni Lobel" userId="38f762f444469328" providerId="LiveId" clId="{A8A420C3-28EC-42BC-8D97-23E4B00302A4}" dt="2020-01-27T11:54:31.569" v="9624" actId="1036"/>
        <pc:sldMkLst>
          <pc:docMk/>
          <pc:sldMk cId="226609424" sldId="1255"/>
        </pc:sldMkLst>
      </pc:sldChg>
      <pc:sldChg chg="addSp delSp modSp add del">
        <pc:chgData name="Lenni Lobel" userId="38f762f444469328" providerId="LiveId" clId="{A8A420C3-28EC-42BC-8D97-23E4B00302A4}" dt="2020-01-26T14:21:45.853" v="8799" actId="1036"/>
        <pc:sldMkLst>
          <pc:docMk/>
          <pc:sldMk cId="486988408" sldId="1256"/>
        </pc:sldMkLst>
      </pc:sldChg>
      <pc:sldChg chg="addSp delSp modSp add">
        <pc:chgData name="Lenni Lobel" userId="38f762f444469328" providerId="LiveId" clId="{A8A420C3-28EC-42BC-8D97-23E4B00302A4}" dt="2020-01-26T14:23:08.265" v="8817" actId="14100"/>
        <pc:sldMkLst>
          <pc:docMk/>
          <pc:sldMk cId="2422849364" sldId="1257"/>
        </pc:sldMkLst>
      </pc:sldChg>
      <pc:sldChg chg="addSp delSp add del">
        <pc:chgData name="Lenni Lobel" userId="38f762f444469328" providerId="LiveId" clId="{A8A420C3-28EC-42BC-8D97-23E4B00302A4}" dt="2020-01-26T14:20:31.934" v="8776"/>
        <pc:sldMkLst>
          <pc:docMk/>
          <pc:sldMk cId="2796012281" sldId="1257"/>
        </pc:sldMkLst>
      </pc:sldChg>
      <pc:sldChg chg="add del">
        <pc:chgData name="Lenni Lobel" userId="38f762f444469328" providerId="LiveId" clId="{A8A420C3-28EC-42BC-8D97-23E4B00302A4}" dt="2020-01-26T14:21:01.194" v="8786"/>
        <pc:sldMkLst>
          <pc:docMk/>
          <pc:sldMk cId="3087291940" sldId="1257"/>
        </pc:sldMkLst>
      </pc:sldChg>
      <pc:sldChg chg="add del">
        <pc:chgData name="Lenni Lobel" userId="38f762f444469328" providerId="LiveId" clId="{A8A420C3-28EC-42BC-8D97-23E4B00302A4}" dt="2020-01-26T14:20:41.108" v="8778"/>
        <pc:sldMkLst>
          <pc:docMk/>
          <pc:sldMk cId="3316655958" sldId="1257"/>
        </pc:sldMkLst>
      </pc:sldChg>
      <pc:sldChg chg="addSp delSp modSp add">
        <pc:chgData name="Lenni Lobel" userId="38f762f444469328" providerId="LiveId" clId="{A8A420C3-28EC-42BC-8D97-23E4B00302A4}" dt="2020-01-26T14:27:42.021" v="8841" actId="14100"/>
        <pc:sldMkLst>
          <pc:docMk/>
          <pc:sldMk cId="2804235195" sldId="1258"/>
        </pc:sldMkLst>
      </pc:sldChg>
      <pc:sldChg chg="addSp delSp modSp add del">
        <pc:chgData name="Lenni Lobel" userId="38f762f444469328" providerId="LiveId" clId="{A8A420C3-28EC-42BC-8D97-23E4B00302A4}" dt="2020-01-30T01:27:57.316" v="10842" actId="47"/>
        <pc:sldMkLst>
          <pc:docMk/>
          <pc:sldMk cId="3132345699" sldId="1259"/>
        </pc:sldMkLst>
      </pc:sldChg>
      <pc:sldChg chg="add del">
        <pc:chgData name="Lenni Lobel" userId="38f762f444469328" providerId="LiveId" clId="{A8A420C3-28EC-42BC-8D97-23E4B00302A4}" dt="2020-01-27T11:52:51.451" v="9561"/>
        <pc:sldMkLst>
          <pc:docMk/>
          <pc:sldMk cId="1367999261" sldId="1260"/>
        </pc:sldMkLst>
      </pc:sldChg>
      <pc:sldChg chg="modSp add">
        <pc:chgData name="Lenni Lobel" userId="38f762f444469328" providerId="LiveId" clId="{A8A420C3-28EC-42BC-8D97-23E4B00302A4}" dt="2020-01-30T01:37:41.515" v="10966" actId="114"/>
        <pc:sldMkLst>
          <pc:docMk/>
          <pc:sldMk cId="3266418376" sldId="1260"/>
        </pc:sldMkLst>
      </pc:sldChg>
      <pc:sldChg chg="addSp delSp modSp add">
        <pc:chgData name="Lenni Lobel" userId="38f762f444469328" providerId="LiveId" clId="{A8A420C3-28EC-42BC-8D97-23E4B00302A4}" dt="2020-01-30T01:33:32.689" v="10933" actId="6549"/>
        <pc:sldMkLst>
          <pc:docMk/>
          <pc:sldMk cId="441870844" sldId="1261"/>
        </pc:sldMkLst>
      </pc:sldChg>
      <pc:sldChg chg="modSp add ord">
        <pc:chgData name="Lenni Lobel" userId="38f762f444469328" providerId="LiveId" clId="{A8A420C3-28EC-42BC-8D97-23E4B00302A4}" dt="2020-01-30T01:38:22.058" v="10977" actId="20577"/>
        <pc:sldMkLst>
          <pc:docMk/>
          <pc:sldMk cId="2937558564" sldId="1262"/>
        </pc:sldMkLst>
      </pc:sldChg>
      <pc:sldChg chg="modSp add">
        <pc:chgData name="Lenni Lobel" userId="38f762f444469328" providerId="LiveId" clId="{A8A420C3-28EC-42BC-8D97-23E4B00302A4}" dt="2020-01-30T01:36:50.663" v="10950" actId="20577"/>
        <pc:sldMkLst>
          <pc:docMk/>
          <pc:sldMk cId="3447998500" sldId="1263"/>
        </pc:sldMkLst>
      </pc:sldChg>
      <pc:sldChg chg="addSp delSp modSp add delAnim modAnim">
        <pc:chgData name="Lenni Lobel" userId="38f762f444469328" providerId="LiveId" clId="{A8A420C3-28EC-42BC-8D97-23E4B00302A4}" dt="2020-02-03T14:45:30.857" v="11336" actId="20577"/>
        <pc:sldMkLst>
          <pc:docMk/>
          <pc:sldMk cId="194946066" sldId="1266"/>
        </pc:sldMkLst>
      </pc:sldChg>
      <pc:sldChg chg="modSp add modAnim">
        <pc:chgData name="Lenni Lobel" userId="38f762f444469328" providerId="LiveId" clId="{A8A420C3-28EC-42BC-8D97-23E4B00302A4}" dt="2020-02-03T14:48:46.674" v="11719" actId="20577"/>
        <pc:sldMkLst>
          <pc:docMk/>
          <pc:sldMk cId="2319194892" sldId="1267"/>
        </pc:sldMkLst>
      </pc:sldChg>
      <pc:sldChg chg="addSp delSp modSp add del delAnim modAnim">
        <pc:chgData name="Lenni Lobel" userId="38f762f444469328" providerId="LiveId" clId="{A8A420C3-28EC-42BC-8D97-23E4B00302A4}" dt="2020-02-16T16:56:14.800" v="15028" actId="47"/>
        <pc:sldMkLst>
          <pc:docMk/>
          <pc:sldMk cId="794547388" sldId="1269"/>
        </pc:sldMkLst>
      </pc:sldChg>
      <pc:sldChg chg="modSp add ord">
        <pc:chgData name="Lenni Lobel" userId="38f762f444469328" providerId="LiveId" clId="{A8A420C3-28EC-42BC-8D97-23E4B00302A4}" dt="2020-02-15T16:37:15.451" v="12459" actId="20577"/>
        <pc:sldMkLst>
          <pc:docMk/>
          <pc:sldMk cId="3052324524" sldId="1270"/>
        </pc:sldMkLst>
      </pc:sldChg>
      <pc:sldChg chg="add del">
        <pc:chgData name="Lenni Lobel" userId="38f762f444469328" providerId="LiveId" clId="{A8A420C3-28EC-42BC-8D97-23E4B00302A4}" dt="2020-02-15T14:19:26.160" v="12312" actId="47"/>
        <pc:sldMkLst>
          <pc:docMk/>
          <pc:sldMk cId="3253933802" sldId="1270"/>
        </pc:sldMkLst>
      </pc:sldChg>
      <pc:sldChg chg="modSp add ord">
        <pc:chgData name="Lenni Lobel" userId="38f762f444469328" providerId="LiveId" clId="{A8A420C3-28EC-42BC-8D97-23E4B00302A4}" dt="2020-02-15T18:10:35.242" v="12501"/>
        <pc:sldMkLst>
          <pc:docMk/>
          <pc:sldMk cId="3897604562" sldId="1271"/>
        </pc:sldMkLst>
      </pc:sldChg>
      <pc:sldChg chg="modSp add ord modAnim">
        <pc:chgData name="Lenni Lobel" userId="38f762f444469328" providerId="LiveId" clId="{A8A420C3-28EC-42BC-8D97-23E4B00302A4}" dt="2020-02-16T22:22:32.050" v="15474"/>
        <pc:sldMkLst>
          <pc:docMk/>
          <pc:sldMk cId="3315373711" sldId="1272"/>
        </pc:sldMkLst>
      </pc:sldChg>
      <pc:sldChg chg="addSp delSp modSp add">
        <pc:chgData name="Lenni Lobel" userId="38f762f444469328" providerId="LiveId" clId="{A8A420C3-28EC-42BC-8D97-23E4B00302A4}" dt="2020-02-16T22:42:41.626" v="15794" actId="20577"/>
        <pc:sldMkLst>
          <pc:docMk/>
          <pc:sldMk cId="95515693" sldId="1273"/>
        </pc:sldMkLst>
      </pc:sldChg>
      <pc:sldChg chg="modSp add del ord modNotesTx">
        <pc:chgData name="Lenni Lobel" userId="38f762f444469328" providerId="LiveId" clId="{A8A420C3-28EC-42BC-8D97-23E4B00302A4}" dt="2020-02-15T19:28:36.623" v="12934" actId="47"/>
        <pc:sldMkLst>
          <pc:docMk/>
          <pc:sldMk cId="564642833" sldId="1274"/>
        </pc:sldMkLst>
      </pc:sldChg>
      <pc:sldChg chg="modSp add ord">
        <pc:chgData name="Lenni Lobel" userId="38f762f444469328" providerId="LiveId" clId="{A8A420C3-28EC-42BC-8D97-23E4B00302A4}" dt="2020-02-15T19:16:24.091" v="12895" actId="20577"/>
        <pc:sldMkLst>
          <pc:docMk/>
          <pc:sldMk cId="1202512976" sldId="1275"/>
        </pc:sldMkLst>
      </pc:sldChg>
      <pc:sldChg chg="modSp add ord">
        <pc:chgData name="Lenni Lobel" userId="38f762f444469328" providerId="LiveId" clId="{A8A420C3-28EC-42BC-8D97-23E4B00302A4}" dt="2020-02-15T19:27:22.164" v="12933" actId="20577"/>
        <pc:sldMkLst>
          <pc:docMk/>
          <pc:sldMk cId="1001692589" sldId="1276"/>
        </pc:sldMkLst>
      </pc:sldChg>
      <pc:sldChg chg="addSp delSp modSp add ord">
        <pc:chgData name="Lenni Lobel" userId="38f762f444469328" providerId="LiveId" clId="{A8A420C3-28EC-42BC-8D97-23E4B00302A4}" dt="2020-02-15T19:42:55.628" v="13267" actId="20577"/>
        <pc:sldMkLst>
          <pc:docMk/>
          <pc:sldMk cId="2883941958" sldId="1277"/>
        </pc:sldMkLst>
      </pc:sldChg>
      <pc:sldChg chg="add">
        <pc:chgData name="Lenni Lobel" userId="38f762f444469328" providerId="LiveId" clId="{A8A420C3-28EC-42BC-8D97-23E4B00302A4}" dt="2020-02-16T16:23:18.011" v="13382"/>
        <pc:sldMkLst>
          <pc:docMk/>
          <pc:sldMk cId="2779118389" sldId="1278"/>
        </pc:sldMkLst>
      </pc:sldChg>
      <pc:sldChg chg="addSp delSp modSp add del">
        <pc:chgData name="Lenni Lobel" userId="38f762f444469328" providerId="LiveId" clId="{A8A420C3-28EC-42BC-8D97-23E4B00302A4}" dt="2020-02-16T16:56:33.970" v="15029" actId="47"/>
        <pc:sldMkLst>
          <pc:docMk/>
          <pc:sldMk cId="1329729241" sldId="1279"/>
        </pc:sldMkLst>
      </pc:sldChg>
      <pc:sldChg chg="addSp delSp modSp add ord modAnim">
        <pc:chgData name="Lenni Lobel" userId="38f762f444469328" providerId="LiveId" clId="{A8A420C3-28EC-42BC-8D97-23E4B00302A4}" dt="2020-02-16T17:00:10.493" v="15082"/>
        <pc:sldMkLst>
          <pc:docMk/>
          <pc:sldMk cId="226905696" sldId="1280"/>
        </pc:sldMkLst>
      </pc:sldChg>
      <pc:sldChg chg="modSp add ord">
        <pc:chgData name="Lenni Lobel" userId="38f762f444469328" providerId="LiveId" clId="{A8A420C3-28EC-42BC-8D97-23E4B00302A4}" dt="2020-02-16T22:21:52.868" v="15464" actId="20577"/>
        <pc:sldMkLst>
          <pc:docMk/>
          <pc:sldMk cId="3508930557" sldId="1281"/>
        </pc:sldMkLst>
      </pc:sldChg>
      <pc:sldChg chg="modSp add">
        <pc:chgData name="Lenni Lobel" userId="38f762f444469328" providerId="LiveId" clId="{A8A420C3-28EC-42BC-8D97-23E4B00302A4}" dt="2020-02-16T22:35:41.519" v="15542" actId="20577"/>
        <pc:sldMkLst>
          <pc:docMk/>
          <pc:sldMk cId="523349954" sldId="1282"/>
        </pc:sldMkLst>
      </pc:sldChg>
      <pc:sldMasterChg chg="del delSldLayout">
        <pc:chgData name="Lenni Lobel" userId="38f762f444469328" providerId="LiveId" clId="{A8A420C3-28EC-42BC-8D97-23E4B00302A4}" dt="2020-01-13T03:55:12.454" v="3730" actId="47"/>
        <pc:sldMasterMkLst>
          <pc:docMk/>
          <pc:sldMasterMk cId="4186388549" sldId="2147483730"/>
        </pc:sldMasterMkLst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1000528376" sldId="2147483731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3562616163" sldId="2147483732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3998672965" sldId="2147483733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819009804" sldId="2147483734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322928824" sldId="2147483735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4011197265" sldId="2147483736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2945790986" sldId="2147483737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1374228952" sldId="2147483738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879368736" sldId="2147483739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936819000" sldId="2147483740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4086080151" sldId="2147483741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1149127906" sldId="2147483742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3761851751" sldId="2147483743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738370256" sldId="2147483744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2208266720" sldId="2147483745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850945071" sldId="2147483746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3066267955" sldId="2147483747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3351185946" sldId="2147483748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2188684576" sldId="2147483749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2645674030" sldId="2147483750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1281814564" sldId="2147483751"/>
          </pc:sldLayoutMkLst>
        </pc:sldLayoutChg>
        <pc:sldLayoutChg chg="del">
          <pc:chgData name="Lenni Lobel" userId="38f762f444469328" providerId="LiveId" clId="{A8A420C3-28EC-42BC-8D97-23E4B00302A4}" dt="2020-01-13T03:55:12.454" v="3730" actId="47"/>
          <pc:sldLayoutMkLst>
            <pc:docMk/>
            <pc:sldMasterMk cId="4186388549" sldId="2147483730"/>
            <pc:sldLayoutMk cId="2853540584" sldId="214748375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425758" cy="468154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l">
              <a:defRPr sz="1200"/>
            </a:lvl1pPr>
          </a:lstStyle>
          <a:p>
            <a:r>
              <a:rPr lang="en-US" sz="1300" b="1" dirty="0">
                <a:latin typeface="Arial" pitchFamily="34" charset="0"/>
                <a:cs typeface="Arial" pitchFamily="34" charset="0"/>
              </a:rPr>
              <a:t>Visual Studio Live! Las Vegas 2015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296"/>
            <a:ext cx="5740294" cy="468154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443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68154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68154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r">
              <a:defRPr sz="1200"/>
            </a:lvl1pPr>
          </a:lstStyle>
          <a:p>
            <a:fld id="{77A2ECFD-0169-4599-A79A-8C44AB4A932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7513" y="701675"/>
            <a:ext cx="6242050" cy="3511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36" tIns="46968" rIns="93936" bIns="4696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447461"/>
            <a:ext cx="5661660" cy="4213384"/>
          </a:xfrm>
          <a:prstGeom prst="rect">
            <a:avLst/>
          </a:prstGeom>
        </p:spPr>
        <p:txBody>
          <a:bodyPr vert="horz" lIns="93936" tIns="46968" rIns="93936" bIns="4696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296"/>
            <a:ext cx="3066733" cy="468154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296"/>
            <a:ext cx="3066733" cy="468154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r">
              <a:defRPr sz="1200"/>
            </a:lvl1pPr>
          </a:lstStyle>
          <a:p>
            <a:fld id="{DE326DE0-BACA-4EA0-B73F-CC7DC1D7F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38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65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34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5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3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72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69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02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3369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25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822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7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45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412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25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69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358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62641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7AA23AC-BC58-40BD-9631-E8BFE76E0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48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B3CAA1-738B-44DB-BE6E-13E5598DB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2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807108-FB4D-4A11-AD15-48D241AD1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96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DBFE26-DB3E-41D0-A4EB-49B4C7BCD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0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82B921-8304-4479-8AE8-B5E792835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548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7F93AE-87AE-4270-BBA6-998D879E7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71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9AD08E-28CA-4EFB-9951-D7C65E3EB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147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7C200E-8F29-4911-B16C-BEA435B94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4E7418E-D094-4F5F-B3BF-2C9B449DD937}"/>
              </a:ext>
            </a:extLst>
          </p:cNvPr>
          <p:cNvSpPr/>
          <p:nvPr/>
        </p:nvSpPr>
        <p:spPr>
          <a:xfrm>
            <a:off x="6712634" y="2073520"/>
            <a:ext cx="2431366" cy="129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EDD4BD-FFD6-435B-92DD-DDA8DD0095BF}"/>
              </a:ext>
            </a:extLst>
          </p:cNvPr>
          <p:cNvSpPr/>
          <p:nvPr/>
        </p:nvSpPr>
        <p:spPr>
          <a:xfrm>
            <a:off x="6712634" y="1828802"/>
            <a:ext cx="2431366" cy="129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3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970A07-B99D-4428-A33C-F9FF1A05F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86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0E8050-429D-4E53-A300-472B07449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741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6672BF-86C0-4891-B241-39055D42E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175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8294B8-C8BF-4F68-BB80-71F278886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048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97CFD0-A226-43BB-A96E-D6BD0EEBB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605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1E51BB-6451-4E2A-A5F8-429DD1B6A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821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801FB9-8AA7-4D15-BC46-8CEE570D0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304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9ACC5C-54D5-4606-9124-2A951749B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10FF6F0-6A46-4168-89F7-3B7BA003694A}"/>
              </a:ext>
            </a:extLst>
          </p:cNvPr>
          <p:cNvSpPr/>
          <p:nvPr/>
        </p:nvSpPr>
        <p:spPr>
          <a:xfrm>
            <a:off x="6712634" y="2073520"/>
            <a:ext cx="2431366" cy="129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D8E4B3-1A4F-4C27-A6F3-4AF365A67128}"/>
              </a:ext>
            </a:extLst>
          </p:cNvPr>
          <p:cNvSpPr/>
          <p:nvPr/>
        </p:nvSpPr>
        <p:spPr>
          <a:xfrm>
            <a:off x="6712634" y="1828802"/>
            <a:ext cx="2431366" cy="129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</p:bldLst>
  </p:timing>
</p:sld>
</file>

<file path=ppt/theme/theme1.xml><?xml version="1.0" encoding="utf-8"?>
<a:theme xmlns:a="http://schemas.openxmlformats.org/drawingml/2006/main" name="Visual Studio Live! Redmond 201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25951</TotalTime>
  <Words>16</Words>
  <Application>Microsoft Office PowerPoint</Application>
  <PresentationFormat>On-screen Show (16:9)</PresentationFormat>
  <Paragraphs>16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Visual Studio Live! Redmond 2014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1105 Media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Brent Sutton</dc:creator>
  <cp:lastModifiedBy>Lenni Lobel</cp:lastModifiedBy>
  <cp:revision>920</cp:revision>
  <cp:lastPrinted>2019-01-01T20:44:01Z</cp:lastPrinted>
  <dcterms:created xsi:type="dcterms:W3CDTF">2012-12-07T00:48:42Z</dcterms:created>
  <dcterms:modified xsi:type="dcterms:W3CDTF">2025-07-06T04:45:50Z</dcterms:modified>
</cp:coreProperties>
</file>